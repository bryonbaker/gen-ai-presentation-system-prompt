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4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ed Hat Text Medium"/>
      <p:regular r:id="rId9"/>
      <p:bold r:id="rId10"/>
      <p:italic r:id="rId11"/>
      <p:boldItalic r:id="rId12"/>
    </p:embeddedFont>
    <p:embeddedFont>
      <p:font typeface="Red Hat Display Medium"/>
      <p:regular r:id="rId13"/>
      <p:bold r:id="rId14"/>
      <p:italic r:id="rId15"/>
      <p:boldItalic r:id="rId16"/>
    </p:embeddedFont>
    <p:embeddedFont>
      <p:font typeface="Overpass"/>
      <p:regular r:id="rId17"/>
      <p:bold r:id="rId18"/>
      <p:italic r:id="rId19"/>
      <p:boldItalic r:id="rId20"/>
    </p:embeddedFont>
    <p:embeddedFont>
      <p:font typeface="Red Hat Display"/>
      <p:regular r:id="rId21"/>
      <p:bold r:id="rId22"/>
      <p:italic r:id="rId23"/>
      <p:boldItalic r:id="rId24"/>
    </p:embeddedFont>
    <p:embeddedFont>
      <p:font typeface="Overpass Light"/>
      <p:regular r:id="rId25"/>
      <p:bold r:id="rId26"/>
      <p:italic r:id="rId27"/>
      <p:boldItalic r:id="rId28"/>
    </p:embeddedFont>
    <p:embeddedFont>
      <p:font typeface="Overpass SemiBold"/>
      <p:regular r:id="rId29"/>
      <p:bold r:id="rId30"/>
      <p:italic r:id="rId31"/>
      <p:boldItalic r:id="rId32"/>
    </p:embeddedFont>
    <p:embeddedFont>
      <p:font typeface="Red Hat Text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41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41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edHatText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verpassSemiBold-italic.fntdata"/><Relationship Id="rId30" Type="http://schemas.openxmlformats.org/officeDocument/2006/relationships/font" Target="fonts/OverpassSemiBold-bold.fntdata"/><Relationship Id="rId33" Type="http://schemas.openxmlformats.org/officeDocument/2006/relationships/font" Target="fonts/RedHatText-regular.fntdata"/><Relationship Id="rId32" Type="http://schemas.openxmlformats.org/officeDocument/2006/relationships/font" Target="fonts/OverpassSemiBold-boldItalic.fntdata"/><Relationship Id="rId35" Type="http://schemas.openxmlformats.org/officeDocument/2006/relationships/font" Target="fonts/RedHatText-italic.fntdata"/><Relationship Id="rId34" Type="http://schemas.openxmlformats.org/officeDocument/2006/relationships/font" Target="fonts/RedHatText-bold.fntdata"/><Relationship Id="rId36" Type="http://schemas.openxmlformats.org/officeDocument/2006/relationships/font" Target="fonts/RedHatText-boldItalic.fntdata"/><Relationship Id="rId20" Type="http://schemas.openxmlformats.org/officeDocument/2006/relationships/font" Target="fonts/Overpass-boldItalic.fntdata"/><Relationship Id="rId22" Type="http://schemas.openxmlformats.org/officeDocument/2006/relationships/font" Target="fonts/RedHatDisplay-bold.fntdata"/><Relationship Id="rId21" Type="http://schemas.openxmlformats.org/officeDocument/2006/relationships/font" Target="fonts/RedHatDisplay-regular.fntdata"/><Relationship Id="rId24" Type="http://schemas.openxmlformats.org/officeDocument/2006/relationships/font" Target="fonts/RedHatDisplay-boldItalic.fntdata"/><Relationship Id="rId23" Type="http://schemas.openxmlformats.org/officeDocument/2006/relationships/font" Target="fonts/RedHatDisplay-italic.fntdata"/><Relationship Id="rId26" Type="http://schemas.openxmlformats.org/officeDocument/2006/relationships/font" Target="fonts/OverpassLight-bold.fntdata"/><Relationship Id="rId25" Type="http://schemas.openxmlformats.org/officeDocument/2006/relationships/font" Target="fonts/OverpassLight-regular.fntdata"/><Relationship Id="rId28" Type="http://schemas.openxmlformats.org/officeDocument/2006/relationships/font" Target="fonts/OverpassLight-boldItalic.fntdata"/><Relationship Id="rId27" Type="http://schemas.openxmlformats.org/officeDocument/2006/relationships/font" Target="fonts/OverpassLight-italic.fntdata"/><Relationship Id="rId29" Type="http://schemas.openxmlformats.org/officeDocument/2006/relationships/font" Target="fonts/OverpassSemiBold-regular.fntdata"/><Relationship Id="rId11" Type="http://schemas.openxmlformats.org/officeDocument/2006/relationships/font" Target="fonts/RedHatTextMedium-italic.fntdata"/><Relationship Id="rId10" Type="http://schemas.openxmlformats.org/officeDocument/2006/relationships/font" Target="fonts/RedHatTextMedium-bold.fntdata"/><Relationship Id="rId13" Type="http://schemas.openxmlformats.org/officeDocument/2006/relationships/font" Target="fonts/RedHatDisplayMedium-regular.fntdata"/><Relationship Id="rId12" Type="http://schemas.openxmlformats.org/officeDocument/2006/relationships/font" Target="fonts/RedHatTextMedium-boldItalic.fntdata"/><Relationship Id="rId15" Type="http://schemas.openxmlformats.org/officeDocument/2006/relationships/font" Target="fonts/RedHatDisplayMedium-italic.fntdata"/><Relationship Id="rId14" Type="http://schemas.openxmlformats.org/officeDocument/2006/relationships/font" Target="fonts/RedHatDisplayMedium-bold.fntdata"/><Relationship Id="rId17" Type="http://schemas.openxmlformats.org/officeDocument/2006/relationships/font" Target="fonts/Overpass-regular.fntdata"/><Relationship Id="rId16" Type="http://schemas.openxmlformats.org/officeDocument/2006/relationships/font" Target="fonts/RedHatDisplayMedium-boldItalic.fntdata"/><Relationship Id="rId19" Type="http://schemas.openxmlformats.org/officeDocument/2006/relationships/font" Target="fonts/Overpass-italic.fntdata"/><Relationship Id="rId18" Type="http://schemas.openxmlformats.org/officeDocument/2006/relationships/font" Target="fonts/Overpas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rive.google.com/drive/u/0/folders/17zDxTqmyy6IR1TtwrPc2zdhYL9_vIWv8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ed Hat Text"/>
                <a:ea typeface="Red Hat Text"/>
                <a:cs typeface="Red Hat Text"/>
                <a:sym typeface="Red Hat Text"/>
              </a:rPr>
              <a:t>Link to logos: </a:t>
            </a:r>
            <a:r>
              <a:rPr lang="en" sz="1200" u="sng">
                <a:solidFill>
                  <a:schemeClr val="hlink"/>
                </a:solidFill>
                <a:latin typeface="Red Hat Text"/>
                <a:ea typeface="Red Hat Text"/>
                <a:cs typeface="Red Hat Text"/>
                <a:sym typeface="Red Hat Text"/>
                <a:hlinkClick r:id="rId2"/>
              </a:rPr>
              <a:t>https://drive.google.com/drive/u/0/folders/17zDxTqmyy6IR1TtwrPc2zdhYL9_vIWv8</a:t>
            </a:r>
            <a:endParaRPr sz="1200"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26275a089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4" name="Google Shape;1374;g26275a089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g547716335e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g547716335e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1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1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7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7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7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562794" y="2641369"/>
            <a:ext cx="5649900" cy="6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ed Hat Display"/>
              <a:buNone/>
              <a:defRPr sz="2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1562906" y="1307719"/>
            <a:ext cx="5649900" cy="120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562794" y="3454125"/>
            <a:ext cx="1530300" cy="4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 Medium"/>
              <a:buNone/>
              <a:defRPr sz="1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3" type="subTitle"/>
          </p:nvPr>
        </p:nvSpPr>
        <p:spPr>
          <a:xfrm>
            <a:off x="3353888" y="3454125"/>
            <a:ext cx="1530300" cy="4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 Medium"/>
              <a:buNone/>
              <a:defRPr sz="1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0138" y="4652989"/>
            <a:ext cx="1185206" cy="279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Google Shape;15;p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closing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62794" y="2256319"/>
            <a:ext cx="3109800" cy="11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type="title"/>
          </p:nvPr>
        </p:nvSpPr>
        <p:spPr>
          <a:xfrm>
            <a:off x="1562906" y="426469"/>
            <a:ext cx="3678900" cy="148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0138" y="4652989"/>
            <a:ext cx="1185206" cy="27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2003" y="2537688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2003" y="2018782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92003" y="1499876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92003" y="3056594"/>
            <a:ext cx="341963" cy="341963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5970354" y="1499869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sz="1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5970354" y="2018756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sz="1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5970354" y="2537644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 sz="1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5970354" y="3056531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 sz="1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30" name="Google Shape;30;p3"/>
          <p:cNvCxnSpPr/>
          <p:nvPr/>
        </p:nvCxnSpPr>
        <p:spPr>
          <a:xfrm rot="10800000">
            <a:off x="335831" y="-37"/>
            <a:ext cx="0" cy="17121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" name="Google Shape;31;p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1562794" y="2641369"/>
            <a:ext cx="5649900" cy="6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ed Hat Display"/>
              <a:buNone/>
              <a:defRPr sz="2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type="title"/>
          </p:nvPr>
        </p:nvSpPr>
        <p:spPr>
          <a:xfrm>
            <a:off x="1562906" y="1307719"/>
            <a:ext cx="5649900" cy="120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2" type="subTitle"/>
          </p:nvPr>
        </p:nvSpPr>
        <p:spPr>
          <a:xfrm>
            <a:off x="1562794" y="3454125"/>
            <a:ext cx="1530300" cy="4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 Medium"/>
              <a:buNone/>
              <a:defRPr sz="1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3" type="subTitle"/>
          </p:nvPr>
        </p:nvSpPr>
        <p:spPr>
          <a:xfrm>
            <a:off x="3353888" y="3454125"/>
            <a:ext cx="1530300" cy="4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 Medium"/>
              <a:buNone/>
              <a:defRPr sz="1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39" name="Google Shape;3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0138" y="4652989"/>
            <a:ext cx="1185206" cy="279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40;p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closing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 txBox="1"/>
          <p:nvPr>
            <p:ph idx="1" type="subTitle"/>
          </p:nvPr>
        </p:nvSpPr>
        <p:spPr>
          <a:xfrm>
            <a:off x="1562794" y="2256319"/>
            <a:ext cx="3109800" cy="11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type="title"/>
          </p:nvPr>
        </p:nvSpPr>
        <p:spPr>
          <a:xfrm>
            <a:off x="1562906" y="426469"/>
            <a:ext cx="3678900" cy="148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46" name="Google Shape;4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0138" y="4652989"/>
            <a:ext cx="1185206" cy="2795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 txBox="1"/>
          <p:nvPr/>
        </p:nvSpPr>
        <p:spPr>
          <a:xfrm>
            <a:off x="5970354" y="1499869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sz="1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5970354" y="2018756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sz="1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5970354" y="2537644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 sz="1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5970354" y="3056531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 sz="1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51" name="Google Shape;51;p5"/>
          <p:cNvCxnSpPr/>
          <p:nvPr/>
        </p:nvCxnSpPr>
        <p:spPr>
          <a:xfrm rot="10800000">
            <a:off x="335831" y="-37"/>
            <a:ext cx="0" cy="17121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" name="Google Shape;52;p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2003" y="2537688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2003" y="2018782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92003" y="1499876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92003" y="3056594"/>
            <a:ext cx="341963" cy="341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3 Title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" name="Google Shape;6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0138" y="4652989"/>
            <a:ext cx="1185206" cy="279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61;p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" name="Google Shape;62;p6"/>
          <p:cNvSpPr txBox="1"/>
          <p:nvPr>
            <p:ph idx="1" type="subTitle"/>
          </p:nvPr>
        </p:nvSpPr>
        <p:spPr>
          <a:xfrm>
            <a:off x="4245394" y="2978738"/>
            <a:ext cx="3334800" cy="6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type="title"/>
          </p:nvPr>
        </p:nvSpPr>
        <p:spPr>
          <a:xfrm>
            <a:off x="4245394" y="1281774"/>
            <a:ext cx="4302300" cy="15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" name="Google Shape;64;p6"/>
          <p:cNvSpPr txBox="1"/>
          <p:nvPr>
            <p:ph idx="2" type="subTitle"/>
          </p:nvPr>
        </p:nvSpPr>
        <p:spPr>
          <a:xfrm>
            <a:off x="4245394" y="3988706"/>
            <a:ext cx="1530300" cy="4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d Hat Display Medium"/>
              <a:buNone/>
              <a:defRPr sz="11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6"/>
          <p:cNvSpPr txBox="1"/>
          <p:nvPr>
            <p:ph idx="3" type="subTitle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</p:spPr>
        <p:txBody>
          <a:bodyPr anchorCtr="0" anchor="ctr" bIns="68575" lIns="377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66" name="Google Shape;66;p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3 closing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0138" y="4652989"/>
            <a:ext cx="1185206" cy="279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" name="Google Shape;70;p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7"/>
          <p:cNvSpPr txBox="1"/>
          <p:nvPr>
            <p:ph type="title"/>
          </p:nvPr>
        </p:nvSpPr>
        <p:spPr>
          <a:xfrm>
            <a:off x="4245394" y="426470"/>
            <a:ext cx="4302300" cy="14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2" name="Google Shape;72;p7"/>
          <p:cNvSpPr txBox="1"/>
          <p:nvPr>
            <p:ph idx="1" type="subTitle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</p:spPr>
        <p:txBody>
          <a:bodyPr anchorCtr="0" anchor="ctr" bIns="68575" lIns="377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73" name="Google Shape;73;p7"/>
          <p:cNvSpPr txBox="1"/>
          <p:nvPr>
            <p:ph idx="2" type="subTitle"/>
          </p:nvPr>
        </p:nvSpPr>
        <p:spPr>
          <a:xfrm>
            <a:off x="4245394" y="2064300"/>
            <a:ext cx="3334800" cy="11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d Hat Display"/>
              <a:buNone/>
              <a:defRPr sz="11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7"/>
          <p:cNvSpPr txBox="1"/>
          <p:nvPr/>
        </p:nvSpPr>
        <p:spPr>
          <a:xfrm>
            <a:off x="4427587" y="3501900"/>
            <a:ext cx="1920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sz="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4427588" y="3880725"/>
            <a:ext cx="1920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sz="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6" name="Google Shape;76;p7"/>
          <p:cNvSpPr txBox="1"/>
          <p:nvPr/>
        </p:nvSpPr>
        <p:spPr>
          <a:xfrm>
            <a:off x="6611644" y="3501900"/>
            <a:ext cx="1920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facebook.com/redhatinc</a:t>
            </a:r>
            <a:endParaRPr sz="9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77" name="Google Shape;77;p7"/>
          <p:cNvSpPr txBox="1"/>
          <p:nvPr/>
        </p:nvSpPr>
        <p:spPr>
          <a:xfrm>
            <a:off x="6611644" y="3880725"/>
            <a:ext cx="1920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 sz="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78" name="Google Shape;78;p7"/>
          <p:cNvPicPr preferRelativeResize="0"/>
          <p:nvPr/>
        </p:nvPicPr>
        <p:blipFill rotWithShape="1">
          <a:blip r:embed="rId4">
            <a:alphaModFix/>
          </a:blip>
          <a:srcRect b="0" l="2508" r="2498" t="0"/>
          <a:stretch/>
        </p:blipFill>
        <p:spPr>
          <a:xfrm>
            <a:off x="6439844" y="3880729"/>
            <a:ext cx="171806" cy="18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7"/>
          <p:cNvPicPr preferRelativeResize="0"/>
          <p:nvPr/>
        </p:nvPicPr>
        <p:blipFill rotWithShape="1">
          <a:blip r:embed="rId5">
            <a:alphaModFix/>
          </a:blip>
          <a:srcRect b="0" l="2678" r="2678" t="0"/>
          <a:stretch/>
        </p:blipFill>
        <p:spPr>
          <a:xfrm>
            <a:off x="6439844" y="3501904"/>
            <a:ext cx="171806" cy="18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7"/>
          <p:cNvPicPr preferRelativeResize="0"/>
          <p:nvPr/>
        </p:nvPicPr>
        <p:blipFill rotWithShape="1">
          <a:blip r:embed="rId6">
            <a:alphaModFix/>
          </a:blip>
          <a:srcRect b="0" l="2508" r="2498" t="0"/>
          <a:stretch/>
        </p:blipFill>
        <p:spPr>
          <a:xfrm>
            <a:off x="4245400" y="3880729"/>
            <a:ext cx="171806" cy="18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7"/>
          <p:cNvPicPr preferRelativeResize="0"/>
          <p:nvPr/>
        </p:nvPicPr>
        <p:blipFill rotWithShape="1">
          <a:blip r:embed="rId7">
            <a:alphaModFix/>
          </a:blip>
          <a:srcRect b="0" l="2326" r="2326" t="0"/>
          <a:stretch/>
        </p:blipFill>
        <p:spPr>
          <a:xfrm>
            <a:off x="4245400" y="3501904"/>
            <a:ext cx="171806" cy="18086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A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335831" y="813421"/>
            <a:ext cx="5118600" cy="1578900"/>
          </a:xfrm>
          <a:prstGeom prst="rect">
            <a:avLst/>
          </a:prstGeom>
        </p:spPr>
        <p:txBody>
          <a:bodyPr anchorCtr="0" anchor="t" bIns="68575" lIns="3291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85" name="Google Shape;85;p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8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88" name="Google Shape;88;p8"/>
          <p:cNvSpPr txBox="1"/>
          <p:nvPr>
            <p:ph idx="2" type="subTitle"/>
          </p:nvPr>
        </p:nvSpPr>
        <p:spPr>
          <a:xfrm>
            <a:off x="6938588" y="1307790"/>
            <a:ext cx="1593300" cy="24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</a:defRPr>
            </a:lvl9pPr>
          </a:lstStyle>
          <a:p/>
        </p:txBody>
      </p:sp>
      <p:pic>
        <p:nvPicPr>
          <p:cNvPr id="89" name="Google Shape;89;p8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B">
  <p:cSld name="CUSTOM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 txBox="1"/>
          <p:nvPr>
            <p:ph type="title"/>
          </p:nvPr>
        </p:nvSpPr>
        <p:spPr>
          <a:xfrm>
            <a:off x="335831" y="813421"/>
            <a:ext cx="5118600" cy="1578900"/>
          </a:xfrm>
          <a:prstGeom prst="rect">
            <a:avLst/>
          </a:prstGeom>
        </p:spPr>
        <p:txBody>
          <a:bodyPr anchorCtr="0" anchor="t" bIns="68575" lIns="3291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93" name="Google Shape;93;p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9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2" type="subTitle"/>
          </p:nvPr>
        </p:nvSpPr>
        <p:spPr>
          <a:xfrm>
            <a:off x="6938588" y="1307790"/>
            <a:ext cx="1593300" cy="24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97" name="Google Shape;9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A">
  <p:cSld name="CUSTOM_2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Google Shape;100;p1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" name="Google Shape;102;p10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03" name="Google Shape;10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0"/>
          <p:cNvSpPr txBox="1"/>
          <p:nvPr>
            <p:ph idx="2" type="subTitle"/>
          </p:nvPr>
        </p:nvSpPr>
        <p:spPr>
          <a:xfrm>
            <a:off x="6938588" y="1679691"/>
            <a:ext cx="1593300" cy="23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6" name="Google Shape;106;p10"/>
          <p:cNvSpPr txBox="1"/>
          <p:nvPr>
            <p:ph idx="3" type="subTitle"/>
          </p:nvPr>
        </p:nvSpPr>
        <p:spPr>
          <a:xfrm>
            <a:off x="6938588" y="1265269"/>
            <a:ext cx="1593300" cy="26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ed Hat Display Medium"/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C">
  <p:cSld name="CUSTOM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 txBox="1"/>
          <p:nvPr>
            <p:ph type="title"/>
          </p:nvPr>
        </p:nvSpPr>
        <p:spPr>
          <a:xfrm>
            <a:off x="335831" y="813421"/>
            <a:ext cx="5118600" cy="1578900"/>
          </a:xfrm>
          <a:prstGeom prst="rect">
            <a:avLst/>
          </a:prstGeom>
        </p:spPr>
        <p:txBody>
          <a:bodyPr anchorCtr="0" anchor="t" bIns="68575" lIns="3291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09" name="Google Shape;109;p1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11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2" type="subTitle"/>
          </p:nvPr>
        </p:nvSpPr>
        <p:spPr>
          <a:xfrm>
            <a:off x="6938588" y="1307790"/>
            <a:ext cx="1593300" cy="24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9pPr>
          </a:lstStyle>
          <a:p/>
        </p:txBody>
      </p:sp>
      <p:pic>
        <p:nvPicPr>
          <p:cNvPr id="113" name="Google Shape;113;p11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1"/>
          <p:cNvSpPr txBox="1"/>
          <p:nvPr>
            <p:ph idx="3" type="subTitle"/>
          </p:nvPr>
        </p:nvSpPr>
        <p:spPr>
          <a:xfrm>
            <a:off x="6938588" y="1307790"/>
            <a:ext cx="1593300" cy="24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B">
  <p:cSld name="CUSTOM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6938588" y="1679691"/>
            <a:ext cx="1593300" cy="23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2" type="subTitle"/>
          </p:nvPr>
        </p:nvSpPr>
        <p:spPr>
          <a:xfrm>
            <a:off x="6938588" y="1265269"/>
            <a:ext cx="1593300" cy="26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d Hat Display Medium"/>
              <a:buNone/>
              <a:defRPr sz="11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4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19" name="Google Shape;119;p1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12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22" name="Google Shape;122;p12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1557019" y="1412438"/>
            <a:ext cx="5994000" cy="23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26" name="Google Shape;126;p1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3"/>
          <p:cNvSpPr txBox="1"/>
          <p:nvPr>
            <p:ph idx="1" type="subTitle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</p:spPr>
        <p:txBody>
          <a:bodyPr anchorCtr="0" anchor="ctr" bIns="68575" lIns="377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28" name="Google Shape;128;p13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" name="Google Shape;129;p13"/>
          <p:cNvCxnSpPr/>
          <p:nvPr/>
        </p:nvCxnSpPr>
        <p:spPr>
          <a:xfrm>
            <a:off x="1557019" y="1240275"/>
            <a:ext cx="10431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1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divider">
  <p:cSld name="CUSTOM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/>
          <p:nvPr>
            <p:ph type="title"/>
          </p:nvPr>
        </p:nvSpPr>
        <p:spPr>
          <a:xfrm>
            <a:off x="1557019" y="1412438"/>
            <a:ext cx="5994000" cy="23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33" name="Google Shape;133;p1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4" name="Google Shape;134;p14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14"/>
          <p:cNvCxnSpPr/>
          <p:nvPr/>
        </p:nvCxnSpPr>
        <p:spPr>
          <a:xfrm>
            <a:off x="1557019" y="1240275"/>
            <a:ext cx="10431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14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38" name="Google Shape;138;p1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3 divider">
  <p:cSld name="CUSTOM_3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4255575" y="1224713"/>
            <a:ext cx="3777900" cy="29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41" name="Google Shape;141;p1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" name="Google Shape;142;p15"/>
          <p:cNvSpPr txBox="1"/>
          <p:nvPr>
            <p:ph idx="1" type="subTitle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</p:spPr>
        <p:txBody>
          <a:bodyPr anchorCtr="0" anchor="ctr" bIns="68575" lIns="377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43" name="Google Shape;14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">
  <p:cSld name="CUSTOM_4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47" name="Google Shape;147;p1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1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1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0" name="Google Shape;150;p1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52" name="Google Shape;152;p16"/>
          <p:cNvSpPr txBox="1"/>
          <p:nvPr>
            <p:ph idx="2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hevrons">
  <p:cSld name="CUSTOM_4_20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55" name="Google Shape;155;p1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1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1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/>
          <p:nvPr/>
        </p:nvSpPr>
        <p:spPr>
          <a:xfrm>
            <a:off x="2926125" y="1855228"/>
            <a:ext cx="3291900" cy="2026800"/>
          </a:xfrm>
          <a:prstGeom prst="chevron">
            <a:avLst>
              <a:gd fmla="val 273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852250" y="1855238"/>
            <a:ext cx="3291900" cy="2026800"/>
          </a:xfrm>
          <a:prstGeom prst="chevron">
            <a:avLst>
              <a:gd fmla="val 273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1" name="Google Shape;161;p17"/>
          <p:cNvSpPr/>
          <p:nvPr/>
        </p:nvSpPr>
        <p:spPr>
          <a:xfrm>
            <a:off x="0" y="1855238"/>
            <a:ext cx="3291900" cy="2026800"/>
          </a:xfrm>
          <a:prstGeom prst="chevron">
            <a:avLst>
              <a:gd fmla="val 273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2" name="Google Shape;162;p17"/>
          <p:cNvSpPr/>
          <p:nvPr/>
        </p:nvSpPr>
        <p:spPr>
          <a:xfrm>
            <a:off x="0" y="1855228"/>
            <a:ext cx="840300" cy="202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8303625" y="1855228"/>
            <a:ext cx="840300" cy="202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"/>
          <p:cNvSpPr txBox="1"/>
          <p:nvPr>
            <p:ph idx="2" type="subTitle"/>
          </p:nvPr>
        </p:nvSpPr>
        <p:spPr>
          <a:xfrm>
            <a:off x="2926125" y="1855238"/>
            <a:ext cx="3291900" cy="2026800"/>
          </a:xfrm>
          <a:prstGeom prst="rect">
            <a:avLst/>
          </a:prstGeom>
        </p:spPr>
        <p:txBody>
          <a:bodyPr anchorCtr="0" anchor="ctr" bIns="0" lIns="822950" spcFirstLastPara="1" rIns="342900" wrap="square" tIns="685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  <a:defRPr/>
            </a:lvl9pPr>
          </a:lstStyle>
          <a:p/>
        </p:txBody>
      </p:sp>
      <p:sp>
        <p:nvSpPr>
          <p:cNvPr id="165" name="Google Shape;165;p17"/>
          <p:cNvSpPr txBox="1"/>
          <p:nvPr>
            <p:ph idx="3" type="subTitle"/>
          </p:nvPr>
        </p:nvSpPr>
        <p:spPr>
          <a:xfrm>
            <a:off x="0" y="1855238"/>
            <a:ext cx="3291900" cy="2026800"/>
          </a:xfrm>
          <a:prstGeom prst="rect">
            <a:avLst/>
          </a:prstGeom>
        </p:spPr>
        <p:txBody>
          <a:bodyPr anchorCtr="0" anchor="ctr" bIns="0" lIns="651500" spcFirstLastPara="1" rIns="548625" wrap="square" tIns="685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  <a:defRPr/>
            </a:lvl9pPr>
          </a:lstStyle>
          <a:p/>
        </p:txBody>
      </p:sp>
      <p:sp>
        <p:nvSpPr>
          <p:cNvPr id="166" name="Google Shape;166;p17"/>
          <p:cNvSpPr txBox="1"/>
          <p:nvPr>
            <p:ph idx="4" type="subTitle"/>
          </p:nvPr>
        </p:nvSpPr>
        <p:spPr>
          <a:xfrm>
            <a:off x="5852250" y="1855238"/>
            <a:ext cx="3291900" cy="2026800"/>
          </a:xfrm>
          <a:prstGeom prst="rect">
            <a:avLst/>
          </a:prstGeom>
        </p:spPr>
        <p:txBody>
          <a:bodyPr anchorCtr="0" anchor="ctr" bIns="0" lIns="822950" spcFirstLastPara="1" rIns="342900" wrap="square" tIns="685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  <a:defRPr/>
            </a:lvl9pPr>
          </a:lstStyle>
          <a:p/>
        </p:txBody>
      </p:sp>
      <p:sp>
        <p:nvSpPr>
          <p:cNvPr id="167" name="Google Shape;167;p17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68" name="Google Shape;168;p17"/>
          <p:cNvSpPr txBox="1"/>
          <p:nvPr>
            <p:ph idx="5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chevrons">
  <p:cSld name="CUSTOM_4_20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" name="Google Shape;170;p1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1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3" name="Google Shape;173;p1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8"/>
          <p:cNvSpPr/>
          <p:nvPr/>
        </p:nvSpPr>
        <p:spPr>
          <a:xfrm>
            <a:off x="0" y="1855228"/>
            <a:ext cx="840300" cy="202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8303625" y="1855228"/>
            <a:ext cx="840300" cy="202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4397850" y="1855238"/>
            <a:ext cx="4746000" cy="2026800"/>
          </a:xfrm>
          <a:prstGeom prst="chevron">
            <a:avLst>
              <a:gd fmla="val 273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8" name="Google Shape;178;p18"/>
          <p:cNvSpPr/>
          <p:nvPr/>
        </p:nvSpPr>
        <p:spPr>
          <a:xfrm>
            <a:off x="0" y="1855238"/>
            <a:ext cx="4746000" cy="2026800"/>
          </a:xfrm>
          <a:prstGeom prst="chevron">
            <a:avLst>
              <a:gd fmla="val 273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9" name="Google Shape;179;p18"/>
          <p:cNvSpPr txBox="1"/>
          <p:nvPr>
            <p:ph idx="2" type="subTitle"/>
          </p:nvPr>
        </p:nvSpPr>
        <p:spPr>
          <a:xfrm>
            <a:off x="0" y="1855238"/>
            <a:ext cx="4746000" cy="2026800"/>
          </a:xfrm>
          <a:prstGeom prst="rect">
            <a:avLst/>
          </a:prstGeom>
        </p:spPr>
        <p:txBody>
          <a:bodyPr anchorCtr="0" anchor="ctr" bIns="0" lIns="651500" spcFirstLastPara="1" rIns="685800" wrap="square" tIns="685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  <a:defRPr/>
            </a:lvl9pPr>
          </a:lstStyle>
          <a:p/>
        </p:txBody>
      </p:sp>
      <p:sp>
        <p:nvSpPr>
          <p:cNvPr id="180" name="Google Shape;180;p18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1" name="Google Shape;181;p18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82" name="Google Shape;182;p18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5" type="subTitle"/>
          </p:nvPr>
        </p:nvSpPr>
        <p:spPr>
          <a:xfrm>
            <a:off x="4974750" y="1855238"/>
            <a:ext cx="4746000" cy="2026800"/>
          </a:xfrm>
          <a:prstGeom prst="rect">
            <a:avLst/>
          </a:prstGeom>
        </p:spPr>
        <p:txBody>
          <a:bodyPr anchorCtr="0" anchor="ctr" bIns="0" lIns="651500" spcFirstLastPara="1" rIns="685800" wrap="square" tIns="685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ircles">
  <p:cSld name="CUSTOM_4_19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1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1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8" name="Google Shape;188;p1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7644" y="1722319"/>
            <a:ext cx="6528711" cy="243543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>
            <p:ph idx="2" type="subTitle"/>
          </p:nvPr>
        </p:nvSpPr>
        <p:spPr>
          <a:xfrm>
            <a:off x="1696780" y="2223771"/>
            <a:ext cx="1636200" cy="1432500"/>
          </a:xfrm>
          <a:prstGeom prst="rect">
            <a:avLst/>
          </a:prstGeom>
        </p:spPr>
        <p:txBody>
          <a:bodyPr anchorCtr="0" anchor="ctr" bIns="68575" lIns="205725" spcFirstLastPara="1" rIns="20572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92" name="Google Shape;192;p19"/>
          <p:cNvSpPr txBox="1"/>
          <p:nvPr>
            <p:ph idx="3" type="subTitle"/>
          </p:nvPr>
        </p:nvSpPr>
        <p:spPr>
          <a:xfrm>
            <a:off x="3753949" y="2223767"/>
            <a:ext cx="1636200" cy="1432500"/>
          </a:xfrm>
          <a:prstGeom prst="rect">
            <a:avLst/>
          </a:prstGeom>
        </p:spPr>
        <p:txBody>
          <a:bodyPr anchorCtr="0" anchor="ctr" bIns="68575" lIns="205725" spcFirstLastPara="1" rIns="20572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93" name="Google Shape;193;p19"/>
          <p:cNvSpPr txBox="1"/>
          <p:nvPr>
            <p:ph idx="4" type="subTitle"/>
          </p:nvPr>
        </p:nvSpPr>
        <p:spPr>
          <a:xfrm>
            <a:off x="5811118" y="2223767"/>
            <a:ext cx="1636200" cy="1432500"/>
          </a:xfrm>
          <a:prstGeom prst="rect">
            <a:avLst/>
          </a:prstGeom>
        </p:spPr>
        <p:txBody>
          <a:bodyPr anchorCtr="0" anchor="ctr" bIns="68575" lIns="205725" spcFirstLastPara="1" rIns="20572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94" name="Google Shape;194;p19"/>
          <p:cNvSpPr txBox="1"/>
          <p:nvPr>
            <p:ph idx="5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95" name="Google Shape;195;p19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96" name="Google Shape;196;p19"/>
          <p:cNvSpPr txBox="1"/>
          <p:nvPr>
            <p:ph idx="6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nk">
  <p:cSld name="CUSTOM_4_18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99" name="Google Shape;199;p2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2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2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2" name="Google Shape;202;p20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4_18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5" name="Google Shape;205;p2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2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8" name="Google Shape;208;p21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, subhead, and body">
  <p:cSld name="CUSTOM_4_17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1" name="Google Shape;211;p22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cxnSp>
        <p:nvCxnSpPr>
          <p:cNvPr id="212" name="Google Shape;212;p2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2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5" name="Google Shape;215;p22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>
            <p:ph idx="2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7" name="Google Shape;217;p22"/>
          <p:cNvSpPr txBox="1"/>
          <p:nvPr>
            <p:ph idx="3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8" name="Google Shape;218;p22"/>
          <p:cNvSpPr txBox="1"/>
          <p:nvPr>
            <p:ph idx="4" type="body"/>
          </p:nvPr>
        </p:nvSpPr>
        <p:spPr>
          <a:xfrm>
            <a:off x="1828800" y="1714500"/>
            <a:ext cx="5486400" cy="27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body">
  <p:cSld name="CUSTOM_4_17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0" name="Google Shape;220;p2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2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3" name="Google Shape;223;p23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5" name="Google Shape;225;p23"/>
          <p:cNvSpPr txBox="1"/>
          <p:nvPr>
            <p:ph idx="2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26" name="Google Shape;226;p23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27" name="Google Shape;227;p23"/>
          <p:cNvSpPr txBox="1"/>
          <p:nvPr>
            <p:ph idx="3" type="body"/>
          </p:nvPr>
        </p:nvSpPr>
        <p:spPr>
          <a:xfrm>
            <a:off x="1828800" y="1714500"/>
            <a:ext cx="5486400" cy="27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ody">
  <p:cSld name="CUSTOM_4_17_2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30" name="Google Shape;230;p2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2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3" name="Google Shape;233;p2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" name="Google Shape;235;p24"/>
          <p:cNvSpPr txBox="1"/>
          <p:nvPr>
            <p:ph idx="3" type="body"/>
          </p:nvPr>
        </p:nvSpPr>
        <p:spPr>
          <a:xfrm>
            <a:off x="1828800" y="1200150"/>
            <a:ext cx="5486400" cy="27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two column body">
  <p:cSld name="CUSTOM_4_17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2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0" name="Google Shape;240;p25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25"/>
          <p:cNvSpPr txBox="1"/>
          <p:nvPr>
            <p:ph idx="2" type="body"/>
          </p:nvPr>
        </p:nvSpPr>
        <p:spPr>
          <a:xfrm>
            <a:off x="663844" y="1718383"/>
            <a:ext cx="3703200" cy="27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243" name="Google Shape;243;p25"/>
          <p:cNvSpPr txBox="1"/>
          <p:nvPr>
            <p:ph idx="3" type="body"/>
          </p:nvPr>
        </p:nvSpPr>
        <p:spPr>
          <a:xfrm>
            <a:off x="4777069" y="1718381"/>
            <a:ext cx="3703200" cy="27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244" name="Google Shape;244;p25"/>
          <p:cNvSpPr txBox="1"/>
          <p:nvPr>
            <p:ph idx="4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5" name="Google Shape;245;p25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46" name="Google Shape;246;p25"/>
          <p:cNvSpPr txBox="1"/>
          <p:nvPr>
            <p:ph idx="5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and column body">
  <p:cSld name="CUSTOM_4_17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8" name="Google Shape;248;p2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2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2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1" name="Google Shape;251;p2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6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2" type="body"/>
          </p:nvPr>
        </p:nvSpPr>
        <p:spPr>
          <a:xfrm>
            <a:off x="4777069" y="1718381"/>
            <a:ext cx="3703200" cy="27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254" name="Google Shape;254;p26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56" name="Google Shape;256;p26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vertical">
  <p:cSld name="CUSTOM_4_16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59" name="Google Shape;259;p2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2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2" name="Google Shape;262;p27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7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64" name="Google Shape;264;p27"/>
          <p:cNvCxnSpPr/>
          <p:nvPr/>
        </p:nvCxnSpPr>
        <p:spPr>
          <a:xfrm>
            <a:off x="3109811" y="-5512"/>
            <a:ext cx="0" cy="5154600"/>
          </a:xfrm>
          <a:prstGeom prst="straightConnector1">
            <a:avLst/>
          </a:prstGeom>
          <a:noFill/>
          <a:ln cap="flat" cmpd="sng" w="28575">
            <a:solidFill>
              <a:srgbClr val="D5D5D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27"/>
          <p:cNvSpPr txBox="1"/>
          <p:nvPr>
            <p:ph idx="3" type="subTitle"/>
          </p:nvPr>
        </p:nvSpPr>
        <p:spPr>
          <a:xfrm>
            <a:off x="3350831" y="1374657"/>
            <a:ext cx="3836700" cy="48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100"/>
            </a:lvl9pPr>
          </a:lstStyle>
          <a:p/>
        </p:txBody>
      </p:sp>
      <p:sp>
        <p:nvSpPr>
          <p:cNvPr id="266" name="Google Shape;266;p27"/>
          <p:cNvSpPr txBox="1"/>
          <p:nvPr>
            <p:ph idx="4" type="subTitle"/>
          </p:nvPr>
        </p:nvSpPr>
        <p:spPr>
          <a:xfrm>
            <a:off x="3350831" y="1080975"/>
            <a:ext cx="3404100" cy="22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5" type="subTitle"/>
          </p:nvPr>
        </p:nvSpPr>
        <p:spPr>
          <a:xfrm>
            <a:off x="2521875" y="1374657"/>
            <a:ext cx="517500" cy="1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horizontal">
  <p:cSld name="CUSTOM_4_15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9" name="Google Shape;269;p2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2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2" name="Google Shape;272;p2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8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4" name="Google Shape;274;p28"/>
          <p:cNvSpPr txBox="1"/>
          <p:nvPr>
            <p:ph idx="2" type="subTitle"/>
          </p:nvPr>
        </p:nvSpPr>
        <p:spPr>
          <a:xfrm>
            <a:off x="1531819" y="1873120"/>
            <a:ext cx="15801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75" name="Google Shape;275;p28"/>
          <p:cNvSpPr txBox="1"/>
          <p:nvPr>
            <p:ph idx="3" type="subTitle"/>
          </p:nvPr>
        </p:nvSpPr>
        <p:spPr>
          <a:xfrm>
            <a:off x="1531819" y="2177606"/>
            <a:ext cx="1580100" cy="5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276" name="Google Shape;276;p28"/>
          <p:cNvSpPr txBox="1"/>
          <p:nvPr>
            <p:ph idx="4" type="subTitle"/>
          </p:nvPr>
        </p:nvSpPr>
        <p:spPr>
          <a:xfrm>
            <a:off x="1197356" y="3302681"/>
            <a:ext cx="732000" cy="1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77" name="Google Shape;277;p28"/>
          <p:cNvSpPr txBox="1"/>
          <p:nvPr>
            <p:ph idx="5" type="subTitle"/>
          </p:nvPr>
        </p:nvSpPr>
        <p:spPr>
          <a:xfrm>
            <a:off x="2459231" y="2919383"/>
            <a:ext cx="732000" cy="1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78" name="Google Shape;278;p28"/>
          <p:cNvSpPr txBox="1"/>
          <p:nvPr>
            <p:ph idx="6" type="subTitle"/>
          </p:nvPr>
        </p:nvSpPr>
        <p:spPr>
          <a:xfrm>
            <a:off x="1285069" y="3564541"/>
            <a:ext cx="15801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79" name="Google Shape;279;p28"/>
          <p:cNvSpPr txBox="1"/>
          <p:nvPr>
            <p:ph idx="7" type="subTitle"/>
          </p:nvPr>
        </p:nvSpPr>
        <p:spPr>
          <a:xfrm>
            <a:off x="1285069" y="3869028"/>
            <a:ext cx="1580100" cy="5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280" name="Google Shape;280;p28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1" name="Google Shape;281;p28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82" name="Google Shape;282;p28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hree callouts">
  <p:cSld name="CUSTOM_4_14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9"/>
          <p:cNvSpPr txBox="1"/>
          <p:nvPr>
            <p:ph idx="1" type="subTitle"/>
          </p:nvPr>
        </p:nvSpPr>
        <p:spPr>
          <a:xfrm>
            <a:off x="756675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5" name="Google Shape;285;p29"/>
          <p:cNvSpPr txBox="1"/>
          <p:nvPr>
            <p:ph idx="2" type="subTitle"/>
          </p:nvPr>
        </p:nvSpPr>
        <p:spPr>
          <a:xfrm>
            <a:off x="3441488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3" type="subTitle"/>
          </p:nvPr>
        </p:nvSpPr>
        <p:spPr>
          <a:xfrm>
            <a:off x="6126263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87" name="Google Shape;287;p2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2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2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0" name="Google Shape;290;p2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9"/>
          <p:cNvSpPr txBox="1"/>
          <p:nvPr>
            <p:ph idx="4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92" name="Google Shape;292;p29"/>
          <p:cNvCxnSpPr/>
          <p:nvPr/>
        </p:nvCxnSpPr>
        <p:spPr>
          <a:xfrm>
            <a:off x="3229609" y="1995769"/>
            <a:ext cx="0" cy="19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29"/>
          <p:cNvCxnSpPr/>
          <p:nvPr/>
        </p:nvCxnSpPr>
        <p:spPr>
          <a:xfrm>
            <a:off x="5914384" y="1995769"/>
            <a:ext cx="0" cy="19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94" name="Google Shape;294;p29"/>
          <p:cNvSpPr txBox="1"/>
          <p:nvPr>
            <p:ph idx="5" type="subTitle"/>
          </p:nvPr>
        </p:nvSpPr>
        <p:spPr>
          <a:xfrm>
            <a:off x="3351225" y="2757900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6" type="subTitle"/>
          </p:nvPr>
        </p:nvSpPr>
        <p:spPr>
          <a:xfrm>
            <a:off x="3351300" y="3124819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296" name="Google Shape;296;p29"/>
          <p:cNvSpPr txBox="1"/>
          <p:nvPr>
            <p:ph idx="7" type="subTitle"/>
          </p:nvPr>
        </p:nvSpPr>
        <p:spPr>
          <a:xfrm>
            <a:off x="6036000" y="2757900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8" type="subTitle"/>
          </p:nvPr>
        </p:nvSpPr>
        <p:spPr>
          <a:xfrm>
            <a:off x="6036075" y="3124819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298" name="Google Shape;298;p29"/>
          <p:cNvSpPr txBox="1"/>
          <p:nvPr>
            <p:ph idx="9" type="subTitle"/>
          </p:nvPr>
        </p:nvSpPr>
        <p:spPr>
          <a:xfrm>
            <a:off x="666450" y="2757900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13" type="subTitle"/>
          </p:nvPr>
        </p:nvSpPr>
        <p:spPr>
          <a:xfrm>
            <a:off x="666525" y="3124819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300" name="Google Shape;300;p29"/>
          <p:cNvSpPr txBox="1"/>
          <p:nvPr>
            <p:ph idx="14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02" name="Google Shape;302;p29"/>
          <p:cNvSpPr txBox="1"/>
          <p:nvPr>
            <p:ph idx="15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callouts">
  <p:cSld name="CUSTOM_4_13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"/>
          <p:cNvSpPr txBox="1"/>
          <p:nvPr>
            <p:ph idx="1" type="subTitle"/>
          </p:nvPr>
        </p:nvSpPr>
        <p:spPr>
          <a:xfrm>
            <a:off x="3416662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5" name="Google Shape;305;p30"/>
          <p:cNvSpPr txBox="1"/>
          <p:nvPr>
            <p:ph idx="2" type="subTitle"/>
          </p:nvPr>
        </p:nvSpPr>
        <p:spPr>
          <a:xfrm>
            <a:off x="5979694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306" name="Google Shape;306;p3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3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3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9" name="Google Shape;309;p30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0"/>
          <p:cNvSpPr txBox="1"/>
          <p:nvPr>
            <p:ph idx="3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1" name="Google Shape;311;p30"/>
          <p:cNvSpPr txBox="1"/>
          <p:nvPr>
            <p:ph idx="4" type="subTitle"/>
          </p:nvPr>
        </p:nvSpPr>
        <p:spPr>
          <a:xfrm>
            <a:off x="665850" y="1947525"/>
            <a:ext cx="2387100" cy="20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cxnSp>
        <p:nvCxnSpPr>
          <p:cNvPr id="312" name="Google Shape;312;p30"/>
          <p:cNvCxnSpPr/>
          <p:nvPr/>
        </p:nvCxnSpPr>
        <p:spPr>
          <a:xfrm>
            <a:off x="5914388" y="2758013"/>
            <a:ext cx="0" cy="105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13" name="Google Shape;313;p30"/>
          <p:cNvSpPr txBox="1"/>
          <p:nvPr>
            <p:ph idx="5" type="subTitle"/>
          </p:nvPr>
        </p:nvSpPr>
        <p:spPr>
          <a:xfrm>
            <a:off x="3465563" y="2758041"/>
            <a:ext cx="22122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6" type="subTitle"/>
          </p:nvPr>
        </p:nvSpPr>
        <p:spPr>
          <a:xfrm>
            <a:off x="3465563" y="3124959"/>
            <a:ext cx="22122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315" name="Google Shape;315;p30"/>
          <p:cNvSpPr txBox="1"/>
          <p:nvPr>
            <p:ph idx="7" type="subTitle"/>
          </p:nvPr>
        </p:nvSpPr>
        <p:spPr>
          <a:xfrm>
            <a:off x="6038381" y="2758041"/>
            <a:ext cx="22122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16" name="Google Shape;316;p30"/>
          <p:cNvSpPr txBox="1"/>
          <p:nvPr>
            <p:ph idx="8" type="subTitle"/>
          </p:nvPr>
        </p:nvSpPr>
        <p:spPr>
          <a:xfrm>
            <a:off x="6038381" y="3124959"/>
            <a:ext cx="22122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317" name="Google Shape;317;p30"/>
          <p:cNvSpPr txBox="1"/>
          <p:nvPr>
            <p:ph idx="9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18" name="Google Shape;318;p30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19" name="Google Shape;319;p30"/>
          <p:cNvSpPr txBox="1"/>
          <p:nvPr>
            <p:ph idx="13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pies">
  <p:cSld name="CUSTOM_4_12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1" name="Google Shape;321;p3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3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3" name="Google Shape;323;p3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4" name="Google Shape;324;p31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1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26" name="Google Shape;326;p31"/>
          <p:cNvCxnSpPr/>
          <p:nvPr/>
        </p:nvCxnSpPr>
        <p:spPr>
          <a:xfrm>
            <a:off x="5914388" y="3329513"/>
            <a:ext cx="0" cy="105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27" name="Google Shape;327;p31"/>
          <p:cNvSpPr txBox="1"/>
          <p:nvPr>
            <p:ph idx="2" type="subTitle"/>
          </p:nvPr>
        </p:nvSpPr>
        <p:spPr>
          <a:xfrm>
            <a:off x="665850" y="1947525"/>
            <a:ext cx="2387100" cy="20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328" name="Google Shape;328;p31"/>
          <p:cNvSpPr txBox="1"/>
          <p:nvPr>
            <p:ph idx="3" type="subTitle"/>
          </p:nvPr>
        </p:nvSpPr>
        <p:spPr>
          <a:xfrm>
            <a:off x="3465563" y="3329513"/>
            <a:ext cx="22122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29" name="Google Shape;329;p31"/>
          <p:cNvSpPr txBox="1"/>
          <p:nvPr>
            <p:ph idx="4" type="subTitle"/>
          </p:nvPr>
        </p:nvSpPr>
        <p:spPr>
          <a:xfrm>
            <a:off x="3465563" y="3696431"/>
            <a:ext cx="22122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330" name="Google Shape;330;p31"/>
          <p:cNvSpPr txBox="1"/>
          <p:nvPr>
            <p:ph idx="5" type="subTitle"/>
          </p:nvPr>
        </p:nvSpPr>
        <p:spPr>
          <a:xfrm>
            <a:off x="6038381" y="3329513"/>
            <a:ext cx="22122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31" name="Google Shape;331;p31"/>
          <p:cNvSpPr txBox="1"/>
          <p:nvPr>
            <p:ph idx="6" type="subTitle"/>
          </p:nvPr>
        </p:nvSpPr>
        <p:spPr>
          <a:xfrm>
            <a:off x="6038381" y="3696431"/>
            <a:ext cx="22122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332" name="Google Shape;332;p31"/>
          <p:cNvSpPr txBox="1"/>
          <p:nvPr>
            <p:ph idx="7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33" name="Google Shape;333;p31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34" name="Google Shape;334;p31"/>
          <p:cNvSpPr txBox="1"/>
          <p:nvPr>
            <p:ph idx="8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large pie">
  <p:cSld name="CUSTOM_4_11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6" name="Google Shape;336;p3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3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8" name="Google Shape;338;p3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9" name="Google Shape;339;p32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32"/>
          <p:cNvSpPr txBox="1"/>
          <p:nvPr>
            <p:ph idx="2" type="subTitle"/>
          </p:nvPr>
        </p:nvSpPr>
        <p:spPr>
          <a:xfrm>
            <a:off x="665850" y="1947525"/>
            <a:ext cx="2387100" cy="20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342" name="Google Shape;342;p32"/>
          <p:cNvSpPr txBox="1"/>
          <p:nvPr>
            <p:ph idx="3" type="subTitle"/>
          </p:nvPr>
        </p:nvSpPr>
        <p:spPr>
          <a:xfrm>
            <a:off x="6808678" y="2286319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9pPr>
          </a:lstStyle>
          <a:p/>
        </p:txBody>
      </p:sp>
      <p:sp>
        <p:nvSpPr>
          <p:cNvPr id="343" name="Google Shape;343;p32"/>
          <p:cNvSpPr txBox="1"/>
          <p:nvPr>
            <p:ph idx="4" type="subTitle"/>
          </p:nvPr>
        </p:nvSpPr>
        <p:spPr>
          <a:xfrm>
            <a:off x="7713384" y="2286319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9pPr>
          </a:lstStyle>
          <a:p/>
        </p:txBody>
      </p:sp>
      <p:sp>
        <p:nvSpPr>
          <p:cNvPr id="344" name="Google Shape;344;p32"/>
          <p:cNvSpPr txBox="1"/>
          <p:nvPr>
            <p:ph idx="5" type="subTitle"/>
          </p:nvPr>
        </p:nvSpPr>
        <p:spPr>
          <a:xfrm>
            <a:off x="6808678" y="2881220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9pPr>
          </a:lstStyle>
          <a:p/>
        </p:txBody>
      </p:sp>
      <p:sp>
        <p:nvSpPr>
          <p:cNvPr id="345" name="Google Shape;345;p32"/>
          <p:cNvSpPr txBox="1"/>
          <p:nvPr>
            <p:ph idx="6" type="subTitle"/>
          </p:nvPr>
        </p:nvSpPr>
        <p:spPr>
          <a:xfrm>
            <a:off x="7713384" y="2881220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9pPr>
          </a:lstStyle>
          <a:p/>
        </p:txBody>
      </p:sp>
      <p:sp>
        <p:nvSpPr>
          <p:cNvPr id="346" name="Google Shape;346;p32"/>
          <p:cNvSpPr txBox="1"/>
          <p:nvPr>
            <p:ph idx="7" type="subTitle"/>
          </p:nvPr>
        </p:nvSpPr>
        <p:spPr>
          <a:xfrm>
            <a:off x="6808678" y="3452645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9pPr>
          </a:lstStyle>
          <a:p/>
        </p:txBody>
      </p:sp>
      <p:sp>
        <p:nvSpPr>
          <p:cNvPr id="347" name="Google Shape;347;p32"/>
          <p:cNvSpPr txBox="1"/>
          <p:nvPr>
            <p:ph idx="8" type="subTitle"/>
          </p:nvPr>
        </p:nvSpPr>
        <p:spPr>
          <a:xfrm>
            <a:off x="7713384" y="3452645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9pPr>
          </a:lstStyle>
          <a:p/>
        </p:txBody>
      </p:sp>
      <p:sp>
        <p:nvSpPr>
          <p:cNvPr id="348" name="Google Shape;348;p32"/>
          <p:cNvSpPr txBox="1"/>
          <p:nvPr>
            <p:ph idx="9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49" name="Google Shape;349;p32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50" name="Google Shape;350;p32"/>
          <p:cNvSpPr txBox="1"/>
          <p:nvPr>
            <p:ph idx="13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percentage bars">
  <p:cSld name="CUSTOM_4_10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2" name="Google Shape;352;p3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3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3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5" name="Google Shape;355;p33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33"/>
          <p:cNvSpPr txBox="1"/>
          <p:nvPr>
            <p:ph idx="2" type="subTitle"/>
          </p:nvPr>
        </p:nvSpPr>
        <p:spPr>
          <a:xfrm>
            <a:off x="6036038" y="2173950"/>
            <a:ext cx="25578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358" name="Google Shape;358;p33"/>
          <p:cNvSpPr txBox="1"/>
          <p:nvPr>
            <p:ph idx="3" type="subTitle"/>
          </p:nvPr>
        </p:nvSpPr>
        <p:spPr>
          <a:xfrm>
            <a:off x="6036038" y="1905450"/>
            <a:ext cx="2557800" cy="24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59" name="Google Shape;359;p33"/>
          <p:cNvSpPr txBox="1"/>
          <p:nvPr>
            <p:ph idx="4" type="subTitle"/>
          </p:nvPr>
        </p:nvSpPr>
        <p:spPr>
          <a:xfrm>
            <a:off x="6036038" y="3507600"/>
            <a:ext cx="25578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360" name="Google Shape;360;p33"/>
          <p:cNvSpPr txBox="1"/>
          <p:nvPr>
            <p:ph idx="5" type="subTitle"/>
          </p:nvPr>
        </p:nvSpPr>
        <p:spPr>
          <a:xfrm>
            <a:off x="6036038" y="3239100"/>
            <a:ext cx="2557800" cy="24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61" name="Google Shape;361;p33"/>
          <p:cNvSpPr/>
          <p:nvPr/>
        </p:nvSpPr>
        <p:spPr>
          <a:xfrm>
            <a:off x="667144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3"/>
          <p:cNvSpPr/>
          <p:nvPr/>
        </p:nvSpPr>
        <p:spPr>
          <a:xfrm>
            <a:off x="667144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3"/>
          <p:cNvSpPr/>
          <p:nvPr/>
        </p:nvSpPr>
        <p:spPr>
          <a:xfrm>
            <a:off x="667144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3"/>
          <p:cNvSpPr/>
          <p:nvPr/>
        </p:nvSpPr>
        <p:spPr>
          <a:xfrm>
            <a:off x="667144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3"/>
          <p:cNvSpPr/>
          <p:nvPr/>
        </p:nvSpPr>
        <p:spPr>
          <a:xfrm>
            <a:off x="667144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3"/>
          <p:cNvSpPr/>
          <p:nvPr/>
        </p:nvSpPr>
        <p:spPr>
          <a:xfrm>
            <a:off x="667144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3"/>
          <p:cNvSpPr/>
          <p:nvPr/>
        </p:nvSpPr>
        <p:spPr>
          <a:xfrm>
            <a:off x="667144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3"/>
          <p:cNvSpPr/>
          <p:nvPr/>
        </p:nvSpPr>
        <p:spPr>
          <a:xfrm>
            <a:off x="667144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3"/>
          <p:cNvSpPr/>
          <p:nvPr/>
        </p:nvSpPr>
        <p:spPr>
          <a:xfrm>
            <a:off x="667144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3"/>
          <p:cNvSpPr/>
          <p:nvPr/>
        </p:nvSpPr>
        <p:spPr>
          <a:xfrm>
            <a:off x="667144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3"/>
          <p:cNvSpPr/>
          <p:nvPr/>
        </p:nvSpPr>
        <p:spPr>
          <a:xfrm>
            <a:off x="1189500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3"/>
          <p:cNvSpPr/>
          <p:nvPr/>
        </p:nvSpPr>
        <p:spPr>
          <a:xfrm>
            <a:off x="1189500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3"/>
          <p:cNvSpPr/>
          <p:nvPr/>
        </p:nvSpPr>
        <p:spPr>
          <a:xfrm>
            <a:off x="1189500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3"/>
          <p:cNvSpPr/>
          <p:nvPr/>
        </p:nvSpPr>
        <p:spPr>
          <a:xfrm>
            <a:off x="1189500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3"/>
          <p:cNvSpPr/>
          <p:nvPr/>
        </p:nvSpPr>
        <p:spPr>
          <a:xfrm>
            <a:off x="1189500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3"/>
          <p:cNvSpPr/>
          <p:nvPr/>
        </p:nvSpPr>
        <p:spPr>
          <a:xfrm>
            <a:off x="1189500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3"/>
          <p:cNvSpPr/>
          <p:nvPr/>
        </p:nvSpPr>
        <p:spPr>
          <a:xfrm>
            <a:off x="1189500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3"/>
          <p:cNvSpPr/>
          <p:nvPr/>
        </p:nvSpPr>
        <p:spPr>
          <a:xfrm>
            <a:off x="1189500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3"/>
          <p:cNvSpPr/>
          <p:nvPr/>
        </p:nvSpPr>
        <p:spPr>
          <a:xfrm>
            <a:off x="1189500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3"/>
          <p:cNvSpPr/>
          <p:nvPr/>
        </p:nvSpPr>
        <p:spPr>
          <a:xfrm>
            <a:off x="1189500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81" name="Google Shape;381;p33"/>
          <p:cNvSpPr/>
          <p:nvPr/>
        </p:nvSpPr>
        <p:spPr>
          <a:xfrm>
            <a:off x="1711856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3"/>
          <p:cNvSpPr/>
          <p:nvPr/>
        </p:nvSpPr>
        <p:spPr>
          <a:xfrm>
            <a:off x="1711856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3"/>
          <p:cNvSpPr/>
          <p:nvPr/>
        </p:nvSpPr>
        <p:spPr>
          <a:xfrm>
            <a:off x="1711856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3"/>
          <p:cNvSpPr/>
          <p:nvPr/>
        </p:nvSpPr>
        <p:spPr>
          <a:xfrm>
            <a:off x="1711856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3"/>
          <p:cNvSpPr/>
          <p:nvPr/>
        </p:nvSpPr>
        <p:spPr>
          <a:xfrm>
            <a:off x="1711856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3"/>
          <p:cNvSpPr/>
          <p:nvPr/>
        </p:nvSpPr>
        <p:spPr>
          <a:xfrm>
            <a:off x="1711856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3"/>
          <p:cNvSpPr/>
          <p:nvPr/>
        </p:nvSpPr>
        <p:spPr>
          <a:xfrm>
            <a:off x="1711856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3"/>
          <p:cNvSpPr/>
          <p:nvPr/>
        </p:nvSpPr>
        <p:spPr>
          <a:xfrm>
            <a:off x="1711856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3"/>
          <p:cNvSpPr/>
          <p:nvPr/>
        </p:nvSpPr>
        <p:spPr>
          <a:xfrm>
            <a:off x="1711856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3"/>
          <p:cNvSpPr/>
          <p:nvPr/>
        </p:nvSpPr>
        <p:spPr>
          <a:xfrm>
            <a:off x="1711856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91" name="Google Shape;391;p33"/>
          <p:cNvSpPr/>
          <p:nvPr/>
        </p:nvSpPr>
        <p:spPr>
          <a:xfrm>
            <a:off x="2234213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3"/>
          <p:cNvSpPr/>
          <p:nvPr/>
        </p:nvSpPr>
        <p:spPr>
          <a:xfrm>
            <a:off x="2234213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3"/>
          <p:cNvSpPr/>
          <p:nvPr/>
        </p:nvSpPr>
        <p:spPr>
          <a:xfrm>
            <a:off x="2234213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3"/>
          <p:cNvSpPr/>
          <p:nvPr/>
        </p:nvSpPr>
        <p:spPr>
          <a:xfrm>
            <a:off x="2234213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3"/>
          <p:cNvSpPr/>
          <p:nvPr/>
        </p:nvSpPr>
        <p:spPr>
          <a:xfrm>
            <a:off x="2234213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3"/>
          <p:cNvSpPr/>
          <p:nvPr/>
        </p:nvSpPr>
        <p:spPr>
          <a:xfrm>
            <a:off x="2234213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3"/>
          <p:cNvSpPr/>
          <p:nvPr/>
        </p:nvSpPr>
        <p:spPr>
          <a:xfrm>
            <a:off x="2234213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/>
          <p:nvPr/>
        </p:nvSpPr>
        <p:spPr>
          <a:xfrm>
            <a:off x="2234213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/>
          <p:nvPr/>
        </p:nvSpPr>
        <p:spPr>
          <a:xfrm>
            <a:off x="2234213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3"/>
          <p:cNvSpPr/>
          <p:nvPr/>
        </p:nvSpPr>
        <p:spPr>
          <a:xfrm>
            <a:off x="2234213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01" name="Google Shape;401;p33"/>
          <p:cNvSpPr/>
          <p:nvPr/>
        </p:nvSpPr>
        <p:spPr>
          <a:xfrm>
            <a:off x="2756569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3"/>
          <p:cNvSpPr/>
          <p:nvPr/>
        </p:nvSpPr>
        <p:spPr>
          <a:xfrm>
            <a:off x="2756569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3"/>
          <p:cNvSpPr/>
          <p:nvPr/>
        </p:nvSpPr>
        <p:spPr>
          <a:xfrm>
            <a:off x="2756569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3"/>
          <p:cNvSpPr/>
          <p:nvPr/>
        </p:nvSpPr>
        <p:spPr>
          <a:xfrm>
            <a:off x="2756569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3"/>
          <p:cNvSpPr/>
          <p:nvPr/>
        </p:nvSpPr>
        <p:spPr>
          <a:xfrm>
            <a:off x="2756569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3"/>
          <p:cNvSpPr/>
          <p:nvPr/>
        </p:nvSpPr>
        <p:spPr>
          <a:xfrm>
            <a:off x="2756569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3"/>
          <p:cNvSpPr/>
          <p:nvPr/>
        </p:nvSpPr>
        <p:spPr>
          <a:xfrm>
            <a:off x="2756569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3"/>
          <p:cNvSpPr/>
          <p:nvPr/>
        </p:nvSpPr>
        <p:spPr>
          <a:xfrm>
            <a:off x="2756569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3"/>
          <p:cNvSpPr/>
          <p:nvPr/>
        </p:nvSpPr>
        <p:spPr>
          <a:xfrm>
            <a:off x="2756569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3"/>
          <p:cNvSpPr/>
          <p:nvPr/>
        </p:nvSpPr>
        <p:spPr>
          <a:xfrm>
            <a:off x="2756569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11" name="Google Shape;411;p33"/>
          <p:cNvSpPr/>
          <p:nvPr/>
        </p:nvSpPr>
        <p:spPr>
          <a:xfrm>
            <a:off x="3278925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3"/>
          <p:cNvSpPr/>
          <p:nvPr/>
        </p:nvSpPr>
        <p:spPr>
          <a:xfrm>
            <a:off x="3278925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3"/>
          <p:cNvSpPr/>
          <p:nvPr/>
        </p:nvSpPr>
        <p:spPr>
          <a:xfrm>
            <a:off x="3278925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3"/>
          <p:cNvSpPr/>
          <p:nvPr/>
        </p:nvSpPr>
        <p:spPr>
          <a:xfrm>
            <a:off x="3278925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3"/>
          <p:cNvSpPr/>
          <p:nvPr/>
        </p:nvSpPr>
        <p:spPr>
          <a:xfrm>
            <a:off x="3278925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3"/>
          <p:cNvSpPr/>
          <p:nvPr/>
        </p:nvSpPr>
        <p:spPr>
          <a:xfrm>
            <a:off x="3278925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3"/>
          <p:cNvSpPr/>
          <p:nvPr/>
        </p:nvSpPr>
        <p:spPr>
          <a:xfrm>
            <a:off x="3278925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3"/>
          <p:cNvSpPr/>
          <p:nvPr/>
        </p:nvSpPr>
        <p:spPr>
          <a:xfrm>
            <a:off x="3278925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3"/>
          <p:cNvSpPr/>
          <p:nvPr/>
        </p:nvSpPr>
        <p:spPr>
          <a:xfrm>
            <a:off x="3278925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3"/>
          <p:cNvSpPr/>
          <p:nvPr/>
        </p:nvSpPr>
        <p:spPr>
          <a:xfrm>
            <a:off x="3278925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21" name="Google Shape;421;p33"/>
          <p:cNvSpPr/>
          <p:nvPr/>
        </p:nvSpPr>
        <p:spPr>
          <a:xfrm>
            <a:off x="3801281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3"/>
          <p:cNvSpPr/>
          <p:nvPr/>
        </p:nvSpPr>
        <p:spPr>
          <a:xfrm>
            <a:off x="3801281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3"/>
          <p:cNvSpPr/>
          <p:nvPr/>
        </p:nvSpPr>
        <p:spPr>
          <a:xfrm>
            <a:off x="3801281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3"/>
          <p:cNvSpPr/>
          <p:nvPr/>
        </p:nvSpPr>
        <p:spPr>
          <a:xfrm>
            <a:off x="3801281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3"/>
          <p:cNvSpPr/>
          <p:nvPr/>
        </p:nvSpPr>
        <p:spPr>
          <a:xfrm>
            <a:off x="3801281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3"/>
          <p:cNvSpPr/>
          <p:nvPr/>
        </p:nvSpPr>
        <p:spPr>
          <a:xfrm>
            <a:off x="3801281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3"/>
          <p:cNvSpPr/>
          <p:nvPr/>
        </p:nvSpPr>
        <p:spPr>
          <a:xfrm>
            <a:off x="3801281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3"/>
          <p:cNvSpPr/>
          <p:nvPr/>
        </p:nvSpPr>
        <p:spPr>
          <a:xfrm>
            <a:off x="3801281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3"/>
          <p:cNvSpPr/>
          <p:nvPr/>
        </p:nvSpPr>
        <p:spPr>
          <a:xfrm>
            <a:off x="3801281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3"/>
          <p:cNvSpPr/>
          <p:nvPr/>
        </p:nvSpPr>
        <p:spPr>
          <a:xfrm>
            <a:off x="3801281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31" name="Google Shape;431;p33"/>
          <p:cNvSpPr/>
          <p:nvPr/>
        </p:nvSpPr>
        <p:spPr>
          <a:xfrm>
            <a:off x="4323638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3"/>
          <p:cNvSpPr/>
          <p:nvPr/>
        </p:nvSpPr>
        <p:spPr>
          <a:xfrm>
            <a:off x="4323638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3"/>
          <p:cNvSpPr/>
          <p:nvPr/>
        </p:nvSpPr>
        <p:spPr>
          <a:xfrm>
            <a:off x="4323638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3"/>
          <p:cNvSpPr/>
          <p:nvPr/>
        </p:nvSpPr>
        <p:spPr>
          <a:xfrm>
            <a:off x="4323638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3"/>
          <p:cNvSpPr/>
          <p:nvPr/>
        </p:nvSpPr>
        <p:spPr>
          <a:xfrm>
            <a:off x="4323638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3"/>
          <p:cNvSpPr/>
          <p:nvPr/>
        </p:nvSpPr>
        <p:spPr>
          <a:xfrm>
            <a:off x="4323638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3"/>
          <p:cNvSpPr/>
          <p:nvPr/>
        </p:nvSpPr>
        <p:spPr>
          <a:xfrm>
            <a:off x="4323638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3"/>
          <p:cNvSpPr/>
          <p:nvPr/>
        </p:nvSpPr>
        <p:spPr>
          <a:xfrm>
            <a:off x="4323638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3"/>
          <p:cNvSpPr/>
          <p:nvPr/>
        </p:nvSpPr>
        <p:spPr>
          <a:xfrm>
            <a:off x="4323638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3"/>
          <p:cNvSpPr/>
          <p:nvPr/>
        </p:nvSpPr>
        <p:spPr>
          <a:xfrm>
            <a:off x="4323638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41" name="Google Shape;441;p33"/>
          <p:cNvSpPr/>
          <p:nvPr/>
        </p:nvSpPr>
        <p:spPr>
          <a:xfrm>
            <a:off x="4845994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3"/>
          <p:cNvSpPr/>
          <p:nvPr/>
        </p:nvSpPr>
        <p:spPr>
          <a:xfrm>
            <a:off x="4845994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3"/>
          <p:cNvSpPr/>
          <p:nvPr/>
        </p:nvSpPr>
        <p:spPr>
          <a:xfrm>
            <a:off x="4845994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3"/>
          <p:cNvSpPr/>
          <p:nvPr/>
        </p:nvSpPr>
        <p:spPr>
          <a:xfrm>
            <a:off x="4845994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3"/>
          <p:cNvSpPr/>
          <p:nvPr/>
        </p:nvSpPr>
        <p:spPr>
          <a:xfrm>
            <a:off x="4845994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3"/>
          <p:cNvSpPr/>
          <p:nvPr/>
        </p:nvSpPr>
        <p:spPr>
          <a:xfrm>
            <a:off x="4845994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3"/>
          <p:cNvSpPr/>
          <p:nvPr/>
        </p:nvSpPr>
        <p:spPr>
          <a:xfrm>
            <a:off x="4845994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3"/>
          <p:cNvSpPr/>
          <p:nvPr/>
        </p:nvSpPr>
        <p:spPr>
          <a:xfrm>
            <a:off x="4845994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3"/>
          <p:cNvSpPr/>
          <p:nvPr/>
        </p:nvSpPr>
        <p:spPr>
          <a:xfrm>
            <a:off x="4845994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3"/>
          <p:cNvSpPr/>
          <p:nvPr/>
        </p:nvSpPr>
        <p:spPr>
          <a:xfrm>
            <a:off x="4845994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51" name="Google Shape;451;p33"/>
          <p:cNvSpPr/>
          <p:nvPr/>
        </p:nvSpPr>
        <p:spPr>
          <a:xfrm>
            <a:off x="5368350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3"/>
          <p:cNvSpPr/>
          <p:nvPr/>
        </p:nvSpPr>
        <p:spPr>
          <a:xfrm>
            <a:off x="5368350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3"/>
          <p:cNvSpPr/>
          <p:nvPr/>
        </p:nvSpPr>
        <p:spPr>
          <a:xfrm>
            <a:off x="5368350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3"/>
          <p:cNvSpPr/>
          <p:nvPr/>
        </p:nvSpPr>
        <p:spPr>
          <a:xfrm>
            <a:off x="5368350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3"/>
          <p:cNvSpPr/>
          <p:nvPr/>
        </p:nvSpPr>
        <p:spPr>
          <a:xfrm>
            <a:off x="5368350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3"/>
          <p:cNvSpPr/>
          <p:nvPr/>
        </p:nvSpPr>
        <p:spPr>
          <a:xfrm>
            <a:off x="5368350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3"/>
          <p:cNvSpPr/>
          <p:nvPr/>
        </p:nvSpPr>
        <p:spPr>
          <a:xfrm>
            <a:off x="5368350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3"/>
          <p:cNvSpPr/>
          <p:nvPr/>
        </p:nvSpPr>
        <p:spPr>
          <a:xfrm>
            <a:off x="5368350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3"/>
          <p:cNvSpPr/>
          <p:nvPr/>
        </p:nvSpPr>
        <p:spPr>
          <a:xfrm>
            <a:off x="5368350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3"/>
          <p:cNvSpPr/>
          <p:nvPr/>
        </p:nvSpPr>
        <p:spPr>
          <a:xfrm>
            <a:off x="5368350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61" name="Google Shape;461;p33"/>
          <p:cNvSpPr/>
          <p:nvPr/>
        </p:nvSpPr>
        <p:spPr>
          <a:xfrm>
            <a:off x="667144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3"/>
          <p:cNvSpPr/>
          <p:nvPr/>
        </p:nvSpPr>
        <p:spPr>
          <a:xfrm>
            <a:off x="667144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3"/>
          <p:cNvSpPr/>
          <p:nvPr/>
        </p:nvSpPr>
        <p:spPr>
          <a:xfrm>
            <a:off x="667144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3"/>
          <p:cNvSpPr/>
          <p:nvPr/>
        </p:nvSpPr>
        <p:spPr>
          <a:xfrm>
            <a:off x="667144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3"/>
          <p:cNvSpPr/>
          <p:nvPr/>
        </p:nvSpPr>
        <p:spPr>
          <a:xfrm>
            <a:off x="667144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3"/>
          <p:cNvSpPr/>
          <p:nvPr/>
        </p:nvSpPr>
        <p:spPr>
          <a:xfrm>
            <a:off x="667144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3"/>
          <p:cNvSpPr/>
          <p:nvPr/>
        </p:nvSpPr>
        <p:spPr>
          <a:xfrm>
            <a:off x="667144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3"/>
          <p:cNvSpPr/>
          <p:nvPr/>
        </p:nvSpPr>
        <p:spPr>
          <a:xfrm>
            <a:off x="667144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3"/>
          <p:cNvSpPr/>
          <p:nvPr/>
        </p:nvSpPr>
        <p:spPr>
          <a:xfrm>
            <a:off x="667144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3"/>
          <p:cNvSpPr/>
          <p:nvPr/>
        </p:nvSpPr>
        <p:spPr>
          <a:xfrm>
            <a:off x="667144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71" name="Google Shape;471;p33"/>
          <p:cNvSpPr/>
          <p:nvPr/>
        </p:nvSpPr>
        <p:spPr>
          <a:xfrm>
            <a:off x="1189500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3"/>
          <p:cNvSpPr/>
          <p:nvPr/>
        </p:nvSpPr>
        <p:spPr>
          <a:xfrm>
            <a:off x="1189500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3"/>
          <p:cNvSpPr/>
          <p:nvPr/>
        </p:nvSpPr>
        <p:spPr>
          <a:xfrm>
            <a:off x="1189500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3"/>
          <p:cNvSpPr/>
          <p:nvPr/>
        </p:nvSpPr>
        <p:spPr>
          <a:xfrm>
            <a:off x="1189500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3"/>
          <p:cNvSpPr/>
          <p:nvPr/>
        </p:nvSpPr>
        <p:spPr>
          <a:xfrm>
            <a:off x="1189500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3"/>
          <p:cNvSpPr/>
          <p:nvPr/>
        </p:nvSpPr>
        <p:spPr>
          <a:xfrm>
            <a:off x="1189500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3"/>
          <p:cNvSpPr/>
          <p:nvPr/>
        </p:nvSpPr>
        <p:spPr>
          <a:xfrm>
            <a:off x="1189500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3"/>
          <p:cNvSpPr/>
          <p:nvPr/>
        </p:nvSpPr>
        <p:spPr>
          <a:xfrm>
            <a:off x="1189500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3"/>
          <p:cNvSpPr/>
          <p:nvPr/>
        </p:nvSpPr>
        <p:spPr>
          <a:xfrm>
            <a:off x="1189500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3"/>
          <p:cNvSpPr/>
          <p:nvPr/>
        </p:nvSpPr>
        <p:spPr>
          <a:xfrm>
            <a:off x="1189500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81" name="Google Shape;481;p33"/>
          <p:cNvSpPr/>
          <p:nvPr/>
        </p:nvSpPr>
        <p:spPr>
          <a:xfrm>
            <a:off x="1711856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3"/>
          <p:cNvSpPr/>
          <p:nvPr/>
        </p:nvSpPr>
        <p:spPr>
          <a:xfrm>
            <a:off x="1711856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3"/>
          <p:cNvSpPr/>
          <p:nvPr/>
        </p:nvSpPr>
        <p:spPr>
          <a:xfrm>
            <a:off x="1711856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3"/>
          <p:cNvSpPr/>
          <p:nvPr/>
        </p:nvSpPr>
        <p:spPr>
          <a:xfrm>
            <a:off x="1711856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3"/>
          <p:cNvSpPr/>
          <p:nvPr/>
        </p:nvSpPr>
        <p:spPr>
          <a:xfrm>
            <a:off x="1711856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3"/>
          <p:cNvSpPr/>
          <p:nvPr/>
        </p:nvSpPr>
        <p:spPr>
          <a:xfrm>
            <a:off x="1711856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3"/>
          <p:cNvSpPr/>
          <p:nvPr/>
        </p:nvSpPr>
        <p:spPr>
          <a:xfrm>
            <a:off x="1711856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3"/>
          <p:cNvSpPr/>
          <p:nvPr/>
        </p:nvSpPr>
        <p:spPr>
          <a:xfrm>
            <a:off x="1711856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3"/>
          <p:cNvSpPr/>
          <p:nvPr/>
        </p:nvSpPr>
        <p:spPr>
          <a:xfrm>
            <a:off x="1711856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3"/>
          <p:cNvSpPr/>
          <p:nvPr/>
        </p:nvSpPr>
        <p:spPr>
          <a:xfrm>
            <a:off x="1711856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91" name="Google Shape;491;p33"/>
          <p:cNvSpPr/>
          <p:nvPr/>
        </p:nvSpPr>
        <p:spPr>
          <a:xfrm>
            <a:off x="2234213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3"/>
          <p:cNvSpPr/>
          <p:nvPr/>
        </p:nvSpPr>
        <p:spPr>
          <a:xfrm>
            <a:off x="2234213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3"/>
          <p:cNvSpPr/>
          <p:nvPr/>
        </p:nvSpPr>
        <p:spPr>
          <a:xfrm>
            <a:off x="2234213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3"/>
          <p:cNvSpPr/>
          <p:nvPr/>
        </p:nvSpPr>
        <p:spPr>
          <a:xfrm>
            <a:off x="2234213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3"/>
          <p:cNvSpPr/>
          <p:nvPr/>
        </p:nvSpPr>
        <p:spPr>
          <a:xfrm>
            <a:off x="2234213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3"/>
          <p:cNvSpPr/>
          <p:nvPr/>
        </p:nvSpPr>
        <p:spPr>
          <a:xfrm>
            <a:off x="2234213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3"/>
          <p:cNvSpPr/>
          <p:nvPr/>
        </p:nvSpPr>
        <p:spPr>
          <a:xfrm>
            <a:off x="2234213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3"/>
          <p:cNvSpPr/>
          <p:nvPr/>
        </p:nvSpPr>
        <p:spPr>
          <a:xfrm>
            <a:off x="2234213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3"/>
          <p:cNvSpPr/>
          <p:nvPr/>
        </p:nvSpPr>
        <p:spPr>
          <a:xfrm>
            <a:off x="2234213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3"/>
          <p:cNvSpPr/>
          <p:nvPr/>
        </p:nvSpPr>
        <p:spPr>
          <a:xfrm>
            <a:off x="2234213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01" name="Google Shape;501;p33"/>
          <p:cNvSpPr/>
          <p:nvPr/>
        </p:nvSpPr>
        <p:spPr>
          <a:xfrm>
            <a:off x="2756569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3"/>
          <p:cNvSpPr/>
          <p:nvPr/>
        </p:nvSpPr>
        <p:spPr>
          <a:xfrm>
            <a:off x="2756569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3"/>
          <p:cNvSpPr/>
          <p:nvPr/>
        </p:nvSpPr>
        <p:spPr>
          <a:xfrm>
            <a:off x="2756569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3"/>
          <p:cNvSpPr/>
          <p:nvPr/>
        </p:nvSpPr>
        <p:spPr>
          <a:xfrm>
            <a:off x="2756569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3"/>
          <p:cNvSpPr/>
          <p:nvPr/>
        </p:nvSpPr>
        <p:spPr>
          <a:xfrm>
            <a:off x="2756569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3"/>
          <p:cNvSpPr/>
          <p:nvPr/>
        </p:nvSpPr>
        <p:spPr>
          <a:xfrm>
            <a:off x="2756569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3"/>
          <p:cNvSpPr/>
          <p:nvPr/>
        </p:nvSpPr>
        <p:spPr>
          <a:xfrm>
            <a:off x="2756569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3"/>
          <p:cNvSpPr/>
          <p:nvPr/>
        </p:nvSpPr>
        <p:spPr>
          <a:xfrm>
            <a:off x="2756569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3"/>
          <p:cNvSpPr/>
          <p:nvPr/>
        </p:nvSpPr>
        <p:spPr>
          <a:xfrm>
            <a:off x="2756569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3"/>
          <p:cNvSpPr/>
          <p:nvPr/>
        </p:nvSpPr>
        <p:spPr>
          <a:xfrm>
            <a:off x="2756569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11" name="Google Shape;511;p33"/>
          <p:cNvSpPr/>
          <p:nvPr/>
        </p:nvSpPr>
        <p:spPr>
          <a:xfrm>
            <a:off x="3278925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3"/>
          <p:cNvSpPr/>
          <p:nvPr/>
        </p:nvSpPr>
        <p:spPr>
          <a:xfrm>
            <a:off x="3278925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3"/>
          <p:cNvSpPr/>
          <p:nvPr/>
        </p:nvSpPr>
        <p:spPr>
          <a:xfrm>
            <a:off x="3278925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3"/>
          <p:cNvSpPr/>
          <p:nvPr/>
        </p:nvSpPr>
        <p:spPr>
          <a:xfrm>
            <a:off x="3278925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3"/>
          <p:cNvSpPr/>
          <p:nvPr/>
        </p:nvSpPr>
        <p:spPr>
          <a:xfrm>
            <a:off x="3278925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3"/>
          <p:cNvSpPr/>
          <p:nvPr/>
        </p:nvSpPr>
        <p:spPr>
          <a:xfrm>
            <a:off x="3278925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3"/>
          <p:cNvSpPr/>
          <p:nvPr/>
        </p:nvSpPr>
        <p:spPr>
          <a:xfrm>
            <a:off x="3278925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3"/>
          <p:cNvSpPr/>
          <p:nvPr/>
        </p:nvSpPr>
        <p:spPr>
          <a:xfrm>
            <a:off x="3278925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3"/>
          <p:cNvSpPr/>
          <p:nvPr/>
        </p:nvSpPr>
        <p:spPr>
          <a:xfrm>
            <a:off x="3278925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3"/>
          <p:cNvSpPr/>
          <p:nvPr/>
        </p:nvSpPr>
        <p:spPr>
          <a:xfrm>
            <a:off x="3278925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21" name="Google Shape;521;p33"/>
          <p:cNvSpPr/>
          <p:nvPr/>
        </p:nvSpPr>
        <p:spPr>
          <a:xfrm>
            <a:off x="3801281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3"/>
          <p:cNvSpPr/>
          <p:nvPr/>
        </p:nvSpPr>
        <p:spPr>
          <a:xfrm>
            <a:off x="3801281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3"/>
          <p:cNvSpPr/>
          <p:nvPr/>
        </p:nvSpPr>
        <p:spPr>
          <a:xfrm>
            <a:off x="3801281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3"/>
          <p:cNvSpPr/>
          <p:nvPr/>
        </p:nvSpPr>
        <p:spPr>
          <a:xfrm>
            <a:off x="3801281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3"/>
          <p:cNvSpPr/>
          <p:nvPr/>
        </p:nvSpPr>
        <p:spPr>
          <a:xfrm>
            <a:off x="3801281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3"/>
          <p:cNvSpPr/>
          <p:nvPr/>
        </p:nvSpPr>
        <p:spPr>
          <a:xfrm>
            <a:off x="3801281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3"/>
          <p:cNvSpPr/>
          <p:nvPr/>
        </p:nvSpPr>
        <p:spPr>
          <a:xfrm>
            <a:off x="3801281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3"/>
          <p:cNvSpPr/>
          <p:nvPr/>
        </p:nvSpPr>
        <p:spPr>
          <a:xfrm>
            <a:off x="3801281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3"/>
          <p:cNvSpPr/>
          <p:nvPr/>
        </p:nvSpPr>
        <p:spPr>
          <a:xfrm>
            <a:off x="3801281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3"/>
          <p:cNvSpPr/>
          <p:nvPr/>
        </p:nvSpPr>
        <p:spPr>
          <a:xfrm>
            <a:off x="3801281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31" name="Google Shape;531;p33"/>
          <p:cNvSpPr/>
          <p:nvPr/>
        </p:nvSpPr>
        <p:spPr>
          <a:xfrm>
            <a:off x="4323638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3"/>
          <p:cNvSpPr/>
          <p:nvPr/>
        </p:nvSpPr>
        <p:spPr>
          <a:xfrm>
            <a:off x="4323638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3"/>
          <p:cNvSpPr/>
          <p:nvPr/>
        </p:nvSpPr>
        <p:spPr>
          <a:xfrm>
            <a:off x="4323638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3"/>
          <p:cNvSpPr/>
          <p:nvPr/>
        </p:nvSpPr>
        <p:spPr>
          <a:xfrm>
            <a:off x="4323638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3"/>
          <p:cNvSpPr/>
          <p:nvPr/>
        </p:nvSpPr>
        <p:spPr>
          <a:xfrm>
            <a:off x="4323638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3"/>
          <p:cNvSpPr/>
          <p:nvPr/>
        </p:nvSpPr>
        <p:spPr>
          <a:xfrm>
            <a:off x="4323638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3"/>
          <p:cNvSpPr/>
          <p:nvPr/>
        </p:nvSpPr>
        <p:spPr>
          <a:xfrm>
            <a:off x="4323638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3"/>
          <p:cNvSpPr/>
          <p:nvPr/>
        </p:nvSpPr>
        <p:spPr>
          <a:xfrm>
            <a:off x="4323638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3"/>
          <p:cNvSpPr/>
          <p:nvPr/>
        </p:nvSpPr>
        <p:spPr>
          <a:xfrm>
            <a:off x="4323638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3"/>
          <p:cNvSpPr/>
          <p:nvPr/>
        </p:nvSpPr>
        <p:spPr>
          <a:xfrm>
            <a:off x="4323638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41" name="Google Shape;541;p33"/>
          <p:cNvSpPr/>
          <p:nvPr/>
        </p:nvSpPr>
        <p:spPr>
          <a:xfrm>
            <a:off x="4845994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3"/>
          <p:cNvSpPr/>
          <p:nvPr/>
        </p:nvSpPr>
        <p:spPr>
          <a:xfrm>
            <a:off x="4845994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3"/>
          <p:cNvSpPr/>
          <p:nvPr/>
        </p:nvSpPr>
        <p:spPr>
          <a:xfrm>
            <a:off x="4845994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3"/>
          <p:cNvSpPr/>
          <p:nvPr/>
        </p:nvSpPr>
        <p:spPr>
          <a:xfrm>
            <a:off x="4845994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3"/>
          <p:cNvSpPr/>
          <p:nvPr/>
        </p:nvSpPr>
        <p:spPr>
          <a:xfrm>
            <a:off x="4845994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3"/>
          <p:cNvSpPr/>
          <p:nvPr/>
        </p:nvSpPr>
        <p:spPr>
          <a:xfrm>
            <a:off x="4845994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3"/>
          <p:cNvSpPr/>
          <p:nvPr/>
        </p:nvSpPr>
        <p:spPr>
          <a:xfrm>
            <a:off x="4845994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3"/>
          <p:cNvSpPr/>
          <p:nvPr/>
        </p:nvSpPr>
        <p:spPr>
          <a:xfrm>
            <a:off x="4845994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3"/>
          <p:cNvSpPr/>
          <p:nvPr/>
        </p:nvSpPr>
        <p:spPr>
          <a:xfrm>
            <a:off x="4845994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3"/>
          <p:cNvSpPr/>
          <p:nvPr/>
        </p:nvSpPr>
        <p:spPr>
          <a:xfrm>
            <a:off x="4845994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51" name="Google Shape;551;p33"/>
          <p:cNvSpPr/>
          <p:nvPr/>
        </p:nvSpPr>
        <p:spPr>
          <a:xfrm>
            <a:off x="5368350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3"/>
          <p:cNvSpPr/>
          <p:nvPr/>
        </p:nvSpPr>
        <p:spPr>
          <a:xfrm>
            <a:off x="5368350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3"/>
          <p:cNvSpPr/>
          <p:nvPr/>
        </p:nvSpPr>
        <p:spPr>
          <a:xfrm>
            <a:off x="5368350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3"/>
          <p:cNvSpPr/>
          <p:nvPr/>
        </p:nvSpPr>
        <p:spPr>
          <a:xfrm>
            <a:off x="5368350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3"/>
          <p:cNvSpPr/>
          <p:nvPr/>
        </p:nvSpPr>
        <p:spPr>
          <a:xfrm>
            <a:off x="5368350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3"/>
          <p:cNvSpPr/>
          <p:nvPr/>
        </p:nvSpPr>
        <p:spPr>
          <a:xfrm>
            <a:off x="5368350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3"/>
          <p:cNvSpPr/>
          <p:nvPr/>
        </p:nvSpPr>
        <p:spPr>
          <a:xfrm>
            <a:off x="5368350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3"/>
          <p:cNvSpPr/>
          <p:nvPr/>
        </p:nvSpPr>
        <p:spPr>
          <a:xfrm>
            <a:off x="5368350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3"/>
          <p:cNvSpPr/>
          <p:nvPr/>
        </p:nvSpPr>
        <p:spPr>
          <a:xfrm>
            <a:off x="5368350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3"/>
          <p:cNvSpPr/>
          <p:nvPr/>
        </p:nvSpPr>
        <p:spPr>
          <a:xfrm>
            <a:off x="5368350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61" name="Google Shape;561;p33"/>
          <p:cNvSpPr txBox="1"/>
          <p:nvPr>
            <p:ph idx="6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62" name="Google Shape;562;p33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563" name="Google Shape;563;p33"/>
          <p:cNvSpPr txBox="1"/>
          <p:nvPr>
            <p:ph idx="7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hree column">
  <p:cSld name="CUSTOM_4_9"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5" name="Google Shape;565;p3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" name="Google Shape;566;p3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7" name="Google Shape;567;p3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8" name="Google Shape;568;p3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4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70" name="Google Shape;570;p34"/>
          <p:cNvCxnSpPr/>
          <p:nvPr/>
        </p:nvCxnSpPr>
        <p:spPr>
          <a:xfrm>
            <a:off x="3230700" y="2082713"/>
            <a:ext cx="0" cy="172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71" name="Google Shape;571;p34"/>
          <p:cNvCxnSpPr/>
          <p:nvPr/>
        </p:nvCxnSpPr>
        <p:spPr>
          <a:xfrm>
            <a:off x="5917913" y="2082713"/>
            <a:ext cx="0" cy="172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72" name="Google Shape;572;p34"/>
          <p:cNvSpPr txBox="1"/>
          <p:nvPr>
            <p:ph idx="2" type="subTitle"/>
          </p:nvPr>
        </p:nvSpPr>
        <p:spPr>
          <a:xfrm>
            <a:off x="855694" y="3510788"/>
            <a:ext cx="20628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73" name="Google Shape;573;p34"/>
          <p:cNvSpPr txBox="1"/>
          <p:nvPr>
            <p:ph idx="3" type="subTitle"/>
          </p:nvPr>
        </p:nvSpPr>
        <p:spPr>
          <a:xfrm>
            <a:off x="855694" y="2110282"/>
            <a:ext cx="2062800" cy="116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9pPr>
          </a:lstStyle>
          <a:p/>
        </p:txBody>
      </p:sp>
      <p:sp>
        <p:nvSpPr>
          <p:cNvPr id="574" name="Google Shape;574;p34"/>
          <p:cNvSpPr txBox="1"/>
          <p:nvPr>
            <p:ph idx="4" type="subTitle"/>
          </p:nvPr>
        </p:nvSpPr>
        <p:spPr>
          <a:xfrm>
            <a:off x="3542906" y="2110282"/>
            <a:ext cx="2062800" cy="116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9pPr>
          </a:lstStyle>
          <a:p/>
        </p:txBody>
      </p:sp>
      <p:sp>
        <p:nvSpPr>
          <p:cNvPr id="575" name="Google Shape;575;p34"/>
          <p:cNvSpPr txBox="1"/>
          <p:nvPr>
            <p:ph idx="5" type="subTitle"/>
          </p:nvPr>
        </p:nvSpPr>
        <p:spPr>
          <a:xfrm>
            <a:off x="6230119" y="2110282"/>
            <a:ext cx="2062800" cy="116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9pPr>
          </a:lstStyle>
          <a:p/>
        </p:txBody>
      </p:sp>
      <p:sp>
        <p:nvSpPr>
          <p:cNvPr id="576" name="Google Shape;576;p34"/>
          <p:cNvSpPr txBox="1"/>
          <p:nvPr>
            <p:ph idx="6" type="subTitle"/>
          </p:nvPr>
        </p:nvSpPr>
        <p:spPr>
          <a:xfrm>
            <a:off x="3540600" y="3510788"/>
            <a:ext cx="20628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77" name="Google Shape;577;p34"/>
          <p:cNvSpPr txBox="1"/>
          <p:nvPr>
            <p:ph idx="7" type="subTitle"/>
          </p:nvPr>
        </p:nvSpPr>
        <p:spPr>
          <a:xfrm>
            <a:off x="6230119" y="3510788"/>
            <a:ext cx="20628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pic>
        <p:nvPicPr>
          <p:cNvPr id="578" name="Google Shape;57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604" y="1662897"/>
            <a:ext cx="414914" cy="4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0819" y="1662897"/>
            <a:ext cx="414914" cy="4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8034" y="1662897"/>
            <a:ext cx="414914" cy="4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34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82" name="Google Shape;582;p34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583" name="Google Shape;583;p34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wo column">
  <p:cSld name="CUSTOM_4_8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5" name="Google Shape;585;p3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3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7" name="Google Shape;587;p3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8" name="Google Shape;588;p35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35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90" name="Google Shape;590;p35"/>
          <p:cNvCxnSpPr/>
          <p:nvPr/>
        </p:nvCxnSpPr>
        <p:spPr>
          <a:xfrm>
            <a:off x="4574182" y="2097150"/>
            <a:ext cx="0" cy="219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91" name="Google Shape;591;p35"/>
          <p:cNvSpPr txBox="1"/>
          <p:nvPr>
            <p:ph idx="2" type="subTitle"/>
          </p:nvPr>
        </p:nvSpPr>
        <p:spPr>
          <a:xfrm>
            <a:off x="1007344" y="3777544"/>
            <a:ext cx="32985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92" name="Google Shape;592;p35"/>
          <p:cNvSpPr txBox="1"/>
          <p:nvPr>
            <p:ph idx="3" type="subTitle"/>
          </p:nvPr>
        </p:nvSpPr>
        <p:spPr>
          <a:xfrm>
            <a:off x="1007344" y="2136075"/>
            <a:ext cx="3298500" cy="139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93" name="Google Shape;593;p35"/>
          <p:cNvSpPr txBox="1"/>
          <p:nvPr>
            <p:ph idx="4" type="subTitle"/>
          </p:nvPr>
        </p:nvSpPr>
        <p:spPr>
          <a:xfrm>
            <a:off x="4896994" y="3777544"/>
            <a:ext cx="32985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94" name="Google Shape;594;p35"/>
          <p:cNvSpPr txBox="1"/>
          <p:nvPr>
            <p:ph idx="5" type="subTitle"/>
          </p:nvPr>
        </p:nvSpPr>
        <p:spPr>
          <a:xfrm>
            <a:off x="4896994" y="2136075"/>
            <a:ext cx="3298500" cy="139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595" name="Google Shape;59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1" y="1533667"/>
            <a:ext cx="548775" cy="548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9961" y="1533667"/>
            <a:ext cx="548775" cy="548762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35"/>
          <p:cNvSpPr txBox="1"/>
          <p:nvPr>
            <p:ph idx="6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599" name="Google Shape;599;p35"/>
          <p:cNvSpPr txBox="1"/>
          <p:nvPr>
            <p:ph idx="7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large">
  <p:cSld name="CUSTOM_4_7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6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602" name="Google Shape;602;p3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" name="Google Shape;603;p3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" name="Google Shape;604;p3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5" name="Google Shape;605;p3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36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7" name="Google Shape;607;p36"/>
          <p:cNvSpPr txBox="1"/>
          <p:nvPr>
            <p:ph type="title"/>
          </p:nvPr>
        </p:nvSpPr>
        <p:spPr>
          <a:xfrm>
            <a:off x="3349163" y="1091531"/>
            <a:ext cx="5043600" cy="240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608" name="Google Shape;608;p36"/>
          <p:cNvSpPr txBox="1"/>
          <p:nvPr>
            <p:ph idx="3" type="subTitle"/>
          </p:nvPr>
        </p:nvSpPr>
        <p:spPr>
          <a:xfrm>
            <a:off x="3349200" y="3777544"/>
            <a:ext cx="30732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9pPr>
          </a:lstStyle>
          <a:p/>
        </p:txBody>
      </p:sp>
      <p:pic>
        <p:nvPicPr>
          <p:cNvPr id="609" name="Google Shape;60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4587" y="973839"/>
            <a:ext cx="548775" cy="548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by two">
  <p:cSld name="CUSTOM_4_6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1" name="Google Shape;611;p3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3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3" name="Google Shape;613;p3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4" name="Google Shape;614;p37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7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6" name="Google Shape;616;p37"/>
          <p:cNvSpPr txBox="1"/>
          <p:nvPr>
            <p:ph idx="2" type="subTitle"/>
          </p:nvPr>
        </p:nvSpPr>
        <p:spPr>
          <a:xfrm>
            <a:off x="5141316" y="2091075"/>
            <a:ext cx="26340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17" name="Google Shape;617;p37"/>
          <p:cNvSpPr txBox="1"/>
          <p:nvPr>
            <p:ph idx="3" type="subTitle"/>
          </p:nvPr>
        </p:nvSpPr>
        <p:spPr>
          <a:xfrm>
            <a:off x="5141311" y="1764713"/>
            <a:ext cx="26340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18" name="Google Shape;618;p37"/>
          <p:cNvSpPr txBox="1"/>
          <p:nvPr>
            <p:ph idx="4" type="subTitle"/>
          </p:nvPr>
        </p:nvSpPr>
        <p:spPr>
          <a:xfrm>
            <a:off x="5141316" y="3325781"/>
            <a:ext cx="26340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19" name="Google Shape;619;p37"/>
          <p:cNvSpPr txBox="1"/>
          <p:nvPr>
            <p:ph idx="5" type="subTitle"/>
          </p:nvPr>
        </p:nvSpPr>
        <p:spPr>
          <a:xfrm>
            <a:off x="5141311" y="2999419"/>
            <a:ext cx="26340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20" name="Google Shape;620;p37"/>
          <p:cNvSpPr txBox="1"/>
          <p:nvPr>
            <p:ph idx="6" type="subTitle"/>
          </p:nvPr>
        </p:nvSpPr>
        <p:spPr>
          <a:xfrm>
            <a:off x="1563469" y="2091075"/>
            <a:ext cx="26340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21" name="Google Shape;621;p37"/>
          <p:cNvSpPr txBox="1"/>
          <p:nvPr>
            <p:ph idx="7" type="subTitle"/>
          </p:nvPr>
        </p:nvSpPr>
        <p:spPr>
          <a:xfrm>
            <a:off x="1563450" y="1764713"/>
            <a:ext cx="26340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22" name="Google Shape;622;p37"/>
          <p:cNvSpPr txBox="1"/>
          <p:nvPr>
            <p:ph idx="8" type="subTitle"/>
          </p:nvPr>
        </p:nvSpPr>
        <p:spPr>
          <a:xfrm>
            <a:off x="1563469" y="3325781"/>
            <a:ext cx="26340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23" name="Google Shape;623;p37"/>
          <p:cNvSpPr txBox="1"/>
          <p:nvPr>
            <p:ph idx="9" type="subTitle"/>
          </p:nvPr>
        </p:nvSpPr>
        <p:spPr>
          <a:xfrm>
            <a:off x="1563450" y="2999419"/>
            <a:ext cx="26340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24" name="Google Shape;624;p37"/>
          <p:cNvSpPr txBox="1"/>
          <p:nvPr>
            <p:ph idx="1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25" name="Google Shape;625;p37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626" name="Google Shape;626;p37"/>
          <p:cNvSpPr txBox="1"/>
          <p:nvPr>
            <p:ph idx="1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four column">
  <p:cSld name="CUSTOM_4_5"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8" name="Google Shape;628;p3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3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0" name="Google Shape;630;p3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1" name="Google Shape;631;p3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38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33" name="Google Shape;633;p38"/>
          <p:cNvCxnSpPr/>
          <p:nvPr/>
        </p:nvCxnSpPr>
        <p:spPr>
          <a:xfrm>
            <a:off x="2562438" y="2758500"/>
            <a:ext cx="0" cy="114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38"/>
          <p:cNvCxnSpPr/>
          <p:nvPr/>
        </p:nvCxnSpPr>
        <p:spPr>
          <a:xfrm>
            <a:off x="4572075" y="2758500"/>
            <a:ext cx="0" cy="114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38"/>
          <p:cNvCxnSpPr/>
          <p:nvPr/>
        </p:nvCxnSpPr>
        <p:spPr>
          <a:xfrm>
            <a:off x="6581713" y="2758500"/>
            <a:ext cx="0" cy="114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36" name="Google Shape;636;p38"/>
          <p:cNvSpPr txBox="1"/>
          <p:nvPr>
            <p:ph idx="2" type="subTitle"/>
          </p:nvPr>
        </p:nvSpPr>
        <p:spPr>
          <a:xfrm>
            <a:off x="663806" y="3044625"/>
            <a:ext cx="17877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37" name="Google Shape;637;p38"/>
          <p:cNvSpPr txBox="1"/>
          <p:nvPr>
            <p:ph idx="3" type="subTitle"/>
          </p:nvPr>
        </p:nvSpPr>
        <p:spPr>
          <a:xfrm>
            <a:off x="663788" y="2718263"/>
            <a:ext cx="17877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38" name="Google Shape;638;p38"/>
          <p:cNvSpPr txBox="1"/>
          <p:nvPr>
            <p:ph idx="4" type="subTitle"/>
          </p:nvPr>
        </p:nvSpPr>
        <p:spPr>
          <a:xfrm>
            <a:off x="6692719" y="3044625"/>
            <a:ext cx="17877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39" name="Google Shape;639;p38"/>
          <p:cNvSpPr txBox="1"/>
          <p:nvPr>
            <p:ph idx="5" type="subTitle"/>
          </p:nvPr>
        </p:nvSpPr>
        <p:spPr>
          <a:xfrm>
            <a:off x="6692700" y="2718263"/>
            <a:ext cx="17877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0" name="Google Shape;640;p38"/>
          <p:cNvSpPr txBox="1"/>
          <p:nvPr>
            <p:ph idx="6" type="subTitle"/>
          </p:nvPr>
        </p:nvSpPr>
        <p:spPr>
          <a:xfrm>
            <a:off x="4683081" y="3044625"/>
            <a:ext cx="17877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41" name="Google Shape;641;p38"/>
          <p:cNvSpPr txBox="1"/>
          <p:nvPr>
            <p:ph idx="7" type="subTitle"/>
          </p:nvPr>
        </p:nvSpPr>
        <p:spPr>
          <a:xfrm>
            <a:off x="4683063" y="2718263"/>
            <a:ext cx="17877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2" name="Google Shape;642;p38"/>
          <p:cNvSpPr txBox="1"/>
          <p:nvPr>
            <p:ph idx="8" type="subTitle"/>
          </p:nvPr>
        </p:nvSpPr>
        <p:spPr>
          <a:xfrm>
            <a:off x="2673444" y="3044625"/>
            <a:ext cx="17877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43" name="Google Shape;643;p38"/>
          <p:cNvSpPr txBox="1"/>
          <p:nvPr>
            <p:ph idx="9" type="subTitle"/>
          </p:nvPr>
        </p:nvSpPr>
        <p:spPr>
          <a:xfrm>
            <a:off x="2673425" y="2718263"/>
            <a:ext cx="17877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4" name="Google Shape;644;p38"/>
          <p:cNvSpPr txBox="1"/>
          <p:nvPr>
            <p:ph idx="1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5" name="Google Shape;645;p38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646" name="Google Shape;646;p38"/>
          <p:cNvSpPr txBox="1"/>
          <p:nvPr>
            <p:ph idx="1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left">
  <p:cSld name="CUSTOM_4_4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9"/>
          <p:cNvSpPr txBox="1"/>
          <p:nvPr>
            <p:ph idx="1" type="subTitle"/>
          </p:nvPr>
        </p:nvSpPr>
        <p:spPr>
          <a:xfrm>
            <a:off x="663788" y="2519025"/>
            <a:ext cx="2469000" cy="14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49" name="Google Shape;649;p39"/>
          <p:cNvSpPr txBox="1"/>
          <p:nvPr>
            <p:ph type="title"/>
          </p:nvPr>
        </p:nvSpPr>
        <p:spPr>
          <a:xfrm>
            <a:off x="663788" y="930525"/>
            <a:ext cx="3086100" cy="14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650" name="Google Shape;650;p39"/>
          <p:cNvSpPr txBox="1"/>
          <p:nvPr>
            <p:ph idx="2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651" name="Google Shape;651;p3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2" name="Google Shape;652;p3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3" name="Google Shape;653;p3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4" name="Google Shape;654;p3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39"/>
          <p:cNvSpPr txBox="1"/>
          <p:nvPr>
            <p:ph idx="3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6" name="Google Shape;656;p39"/>
          <p:cNvSpPr txBox="1"/>
          <p:nvPr>
            <p:ph idx="4" type="subTitle"/>
          </p:nvPr>
        </p:nvSpPr>
        <p:spPr>
          <a:xfrm>
            <a:off x="5143013" y="1233038"/>
            <a:ext cx="3495600" cy="6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57" name="Google Shape;657;p39"/>
          <p:cNvSpPr txBox="1"/>
          <p:nvPr>
            <p:ph idx="5" type="subTitle"/>
          </p:nvPr>
        </p:nvSpPr>
        <p:spPr>
          <a:xfrm>
            <a:off x="5143013" y="930525"/>
            <a:ext cx="3495600" cy="26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58" name="Google Shape;658;p39"/>
          <p:cNvSpPr txBox="1"/>
          <p:nvPr>
            <p:ph idx="6" type="subTitle"/>
          </p:nvPr>
        </p:nvSpPr>
        <p:spPr>
          <a:xfrm>
            <a:off x="5143013" y="2373094"/>
            <a:ext cx="3495600" cy="6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59" name="Google Shape;659;p39"/>
          <p:cNvSpPr txBox="1"/>
          <p:nvPr>
            <p:ph idx="7" type="subTitle"/>
          </p:nvPr>
        </p:nvSpPr>
        <p:spPr>
          <a:xfrm>
            <a:off x="5143013" y="2070581"/>
            <a:ext cx="3495600" cy="26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60" name="Google Shape;660;p39"/>
          <p:cNvSpPr txBox="1"/>
          <p:nvPr>
            <p:ph idx="8" type="subTitle"/>
          </p:nvPr>
        </p:nvSpPr>
        <p:spPr>
          <a:xfrm>
            <a:off x="5143013" y="3513150"/>
            <a:ext cx="3495600" cy="6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61" name="Google Shape;661;p39"/>
          <p:cNvSpPr txBox="1"/>
          <p:nvPr>
            <p:ph idx="9" type="subTitle"/>
          </p:nvPr>
        </p:nvSpPr>
        <p:spPr>
          <a:xfrm>
            <a:off x="5143013" y="3210638"/>
            <a:ext cx="3495600" cy="26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">
  <p:cSld name="CUSTOM_4_3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3" name="Google Shape;663;p4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4" name="Google Shape;664;p4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4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6" name="Google Shape;666;p40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40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68" name="Google Shape;668;p40"/>
          <p:cNvCxnSpPr/>
          <p:nvPr/>
        </p:nvCxnSpPr>
        <p:spPr>
          <a:xfrm>
            <a:off x="3229613" y="3172294"/>
            <a:ext cx="0" cy="116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69" name="Google Shape;669;p40"/>
          <p:cNvCxnSpPr/>
          <p:nvPr/>
        </p:nvCxnSpPr>
        <p:spPr>
          <a:xfrm>
            <a:off x="5914388" y="3172294"/>
            <a:ext cx="0" cy="116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70" name="Google Shape;670;p40"/>
          <p:cNvSpPr txBox="1"/>
          <p:nvPr>
            <p:ph idx="2" type="subTitle"/>
          </p:nvPr>
        </p:nvSpPr>
        <p:spPr>
          <a:xfrm>
            <a:off x="3351225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71" name="Google Shape;671;p40"/>
          <p:cNvSpPr txBox="1"/>
          <p:nvPr>
            <p:ph idx="3" type="subTitle"/>
          </p:nvPr>
        </p:nvSpPr>
        <p:spPr>
          <a:xfrm>
            <a:off x="3351300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72" name="Google Shape;672;p40"/>
          <p:cNvSpPr txBox="1"/>
          <p:nvPr>
            <p:ph idx="4" type="subTitle"/>
          </p:nvPr>
        </p:nvSpPr>
        <p:spPr>
          <a:xfrm>
            <a:off x="6036000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73" name="Google Shape;673;p40"/>
          <p:cNvSpPr txBox="1"/>
          <p:nvPr>
            <p:ph idx="5" type="subTitle"/>
          </p:nvPr>
        </p:nvSpPr>
        <p:spPr>
          <a:xfrm>
            <a:off x="6036075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74" name="Google Shape;674;p40"/>
          <p:cNvSpPr txBox="1"/>
          <p:nvPr>
            <p:ph idx="6" type="subTitle"/>
          </p:nvPr>
        </p:nvSpPr>
        <p:spPr>
          <a:xfrm>
            <a:off x="666450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75" name="Google Shape;675;p40"/>
          <p:cNvSpPr txBox="1"/>
          <p:nvPr>
            <p:ph idx="7" type="subTitle"/>
          </p:nvPr>
        </p:nvSpPr>
        <p:spPr>
          <a:xfrm>
            <a:off x="666525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76" name="Google Shape;676;p40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77" name="Google Shape;677;p40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678" name="Google Shape;678;p40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">
  <p:cSld name="CUSTOM_4_2"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0" name="Google Shape;680;p4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4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2" name="Google Shape;682;p4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83" name="Google Shape;683;p41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41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5" name="Google Shape;685;p41"/>
          <p:cNvSpPr txBox="1"/>
          <p:nvPr>
            <p:ph idx="2" type="subTitle"/>
          </p:nvPr>
        </p:nvSpPr>
        <p:spPr>
          <a:xfrm>
            <a:off x="4246556" y="1904438"/>
            <a:ext cx="4114800" cy="237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3000"/>
              </a:lnSpc>
              <a:spcBef>
                <a:spcPts val="1500"/>
              </a:spcBef>
              <a:spcAft>
                <a:spcPts val="1500"/>
              </a:spcAft>
              <a:buNone/>
              <a:defRPr/>
            </a:lvl9pPr>
          </a:lstStyle>
          <a:p/>
        </p:txBody>
      </p:sp>
      <p:sp>
        <p:nvSpPr>
          <p:cNvPr id="686" name="Google Shape;686;p41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87" name="Google Shape;687;p41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688" name="Google Shape;688;p41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 alt1">
  <p:cSld name="CUSTOM_4_2_2"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0" name="Google Shape;690;p4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4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2" name="Google Shape;692;p4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3" name="Google Shape;693;p42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42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5" name="Google Shape;695;p42"/>
          <p:cNvSpPr txBox="1"/>
          <p:nvPr>
            <p:ph idx="2" type="subTitle"/>
          </p:nvPr>
        </p:nvSpPr>
        <p:spPr>
          <a:xfrm>
            <a:off x="1565888" y="1812319"/>
            <a:ext cx="6033600" cy="9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96" name="Google Shape;696;p42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97" name="Google Shape;697;p42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698" name="Google Shape;698;p42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">
  <p:cSld name="CUSTOM_4_2_1"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43"/>
          <p:cNvSpPr txBox="1"/>
          <p:nvPr>
            <p:ph type="title"/>
          </p:nvPr>
        </p:nvSpPr>
        <p:spPr>
          <a:xfrm>
            <a:off x="2460281" y="1239806"/>
            <a:ext cx="5573100" cy="294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701" name="Google Shape;701;p43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02" name="Google Shape;702;p4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" name="Google Shape;703;p4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4" name="Google Shape;704;p4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5" name="Google Shape;705;p43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43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dark">
  <p:cSld name="CUSTOM_4_1">
    <p:bg>
      <p:bgPr>
        <a:solidFill>
          <a:srgbClr val="353535"/>
        </a:solid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4"/>
          <p:cNvSpPr txBox="1"/>
          <p:nvPr>
            <p:ph idx="1" type="body"/>
          </p:nvPr>
        </p:nvSpPr>
        <p:spPr>
          <a:xfrm>
            <a:off x="6502425" y="1387106"/>
            <a:ext cx="1599000" cy="22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▸"/>
              <a:defRPr>
                <a:solidFill>
                  <a:srgbClr val="FFFFFF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09" name="Google Shape;709;p44"/>
          <p:cNvSpPr txBox="1"/>
          <p:nvPr>
            <p:ph idx="2" type="body"/>
          </p:nvPr>
        </p:nvSpPr>
        <p:spPr>
          <a:xfrm>
            <a:off x="4281525" y="1387106"/>
            <a:ext cx="1599000" cy="22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▸"/>
              <a:defRPr>
                <a:solidFill>
                  <a:srgbClr val="FFFFFF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10" name="Google Shape;710;p44"/>
          <p:cNvSpPr txBox="1"/>
          <p:nvPr>
            <p:ph type="title"/>
          </p:nvPr>
        </p:nvSpPr>
        <p:spPr>
          <a:xfrm>
            <a:off x="675206" y="1302325"/>
            <a:ext cx="2914500" cy="20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cxnSp>
        <p:nvCxnSpPr>
          <p:cNvPr id="711" name="Google Shape;711;p4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2" name="Google Shape;712;p44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13" name="Google Shape;713;p4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4" name="Google Shape;71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4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6" name="Google Shape;716;p44"/>
          <p:cNvSpPr txBox="1"/>
          <p:nvPr>
            <p:ph idx="4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light">
  <p:cSld name="CUSTOM_4_1_1">
    <p:bg>
      <p:bgPr>
        <a:solidFill>
          <a:schemeClr val="lt1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8" name="Google Shape;718;p4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9" name="Google Shape;719;p45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20" name="Google Shape;720;p4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1" name="Google Shape;721;p4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2" name="Google Shape;722;p45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45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4" name="Google Shape;724;p45"/>
          <p:cNvSpPr txBox="1"/>
          <p:nvPr>
            <p:ph idx="3" type="body"/>
          </p:nvPr>
        </p:nvSpPr>
        <p:spPr>
          <a:xfrm>
            <a:off x="6502425" y="1387106"/>
            <a:ext cx="1599000" cy="22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725" name="Google Shape;725;p45"/>
          <p:cNvSpPr txBox="1"/>
          <p:nvPr>
            <p:ph idx="4" type="body"/>
          </p:nvPr>
        </p:nvSpPr>
        <p:spPr>
          <a:xfrm>
            <a:off x="4281525" y="1387106"/>
            <a:ext cx="1599000" cy="22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726" name="Google Shape;726;p45"/>
          <p:cNvSpPr txBox="1"/>
          <p:nvPr>
            <p:ph type="title"/>
          </p:nvPr>
        </p:nvSpPr>
        <p:spPr>
          <a:xfrm>
            <a:off x="675206" y="1302325"/>
            <a:ext cx="2914500" cy="20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overview">
  <p:cSld name="CUSTOM_4_1_1_1">
    <p:bg>
      <p:bgPr>
        <a:solidFill>
          <a:schemeClr val="lt1"/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8" name="Google Shape;728;p4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9" name="Google Shape;729;p46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30" name="Google Shape;730;p4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1" name="Google Shape;731;p4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2" name="Google Shape;732;p4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46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4" name="Google Shape;734;p46"/>
          <p:cNvSpPr txBox="1"/>
          <p:nvPr>
            <p:ph idx="3" type="body"/>
          </p:nvPr>
        </p:nvSpPr>
        <p:spPr>
          <a:xfrm>
            <a:off x="675206" y="2331975"/>
            <a:ext cx="3783000" cy="2250000"/>
          </a:xfrm>
          <a:prstGeom prst="rect">
            <a:avLst/>
          </a:prstGeom>
        </p:spPr>
        <p:txBody>
          <a:bodyPr anchorCtr="0" anchor="t" bIns="68575" lIns="685800" spcFirstLastPara="1" rIns="68575" wrap="square" tIns="6857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735" name="Google Shape;735;p46"/>
          <p:cNvSpPr txBox="1"/>
          <p:nvPr>
            <p:ph type="title"/>
          </p:nvPr>
        </p:nvSpPr>
        <p:spPr>
          <a:xfrm>
            <a:off x="675206" y="893241"/>
            <a:ext cx="2914500" cy="1095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">
  <p:cSld name="CUSTOM_4_21"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7"/>
          <p:cNvSpPr txBox="1"/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738" name="Google Shape;738;p4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" name="Google Shape;739;p47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0" name="Google Shape;740;p4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1" name="Google Shape;741;p47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47"/>
          <p:cNvSpPr txBox="1"/>
          <p:nvPr>
            <p:ph idx="1" type="subTitle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9pPr>
          </a:lstStyle>
          <a:p/>
        </p:txBody>
      </p:sp>
      <p:sp>
        <p:nvSpPr>
          <p:cNvPr id="743" name="Google Shape;743;p47"/>
          <p:cNvSpPr txBox="1"/>
          <p:nvPr/>
        </p:nvSpPr>
        <p:spPr>
          <a:xfrm>
            <a:off x="475725" y="255477"/>
            <a:ext cx="22083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4D4D4F"/>
                </a:solidFill>
                <a:latin typeface="Overpass"/>
                <a:ea typeface="Overpass"/>
                <a:cs typeface="Overpass"/>
                <a:sym typeface="Overpass"/>
              </a:rPr>
              <a:t>2020 Red Hat Tech Ready</a:t>
            </a:r>
            <a:endParaRPr b="1" sz="600">
              <a:solidFill>
                <a:srgbClr val="4D4D4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1">
  <p:cSld name="CUSTOM_4_22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8"/>
          <p:cNvSpPr txBox="1"/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746" name="Google Shape;746;p4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7" name="Google Shape;747;p48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8" name="Google Shape;748;p4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9" name="Google Shape;749;p48"/>
          <p:cNvSpPr txBox="1"/>
          <p:nvPr/>
        </p:nvSpPr>
        <p:spPr>
          <a:xfrm>
            <a:off x="7551023" y="202377"/>
            <a:ext cx="12141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600">
                <a:solidFill>
                  <a:srgbClr val="666666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INTERNAL USE</a:t>
            </a:r>
            <a:endParaRPr sz="600">
              <a:solidFill>
                <a:srgbClr val="666666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pic>
        <p:nvPicPr>
          <p:cNvPr id="750" name="Google Shape;750;p4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48"/>
          <p:cNvSpPr txBox="1"/>
          <p:nvPr>
            <p:ph idx="1" type="subTitle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9pPr>
          </a:lstStyle>
          <a:p/>
        </p:txBody>
      </p:sp>
      <p:sp>
        <p:nvSpPr>
          <p:cNvPr id="752" name="Google Shape;752;p48"/>
          <p:cNvSpPr txBox="1"/>
          <p:nvPr/>
        </p:nvSpPr>
        <p:spPr>
          <a:xfrm>
            <a:off x="475725" y="255477"/>
            <a:ext cx="22083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4D4D4F"/>
                </a:solidFill>
                <a:latin typeface="Overpass"/>
                <a:ea typeface="Overpass"/>
                <a:cs typeface="Overpass"/>
                <a:sym typeface="Overpass"/>
              </a:rPr>
              <a:t>2020 Red Hat Tech Ready</a:t>
            </a:r>
            <a:endParaRPr b="1" sz="600">
              <a:solidFill>
                <a:srgbClr val="4D4D4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2">
  <p:cSld name="CUSTOM_4_20_2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49"/>
          <p:cNvSpPr txBox="1"/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cxnSp>
        <p:nvCxnSpPr>
          <p:cNvPr id="755" name="Google Shape;755;p4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" name="Google Shape;756;p4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7" name="Google Shape;757;p4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8" name="Google Shape;758;p4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49"/>
          <p:cNvSpPr txBox="1"/>
          <p:nvPr>
            <p:ph idx="1" type="subTitle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/>
        </p:txBody>
      </p:sp>
      <p:sp>
        <p:nvSpPr>
          <p:cNvPr id="760" name="Google Shape;760;p49"/>
          <p:cNvSpPr txBox="1"/>
          <p:nvPr/>
        </p:nvSpPr>
        <p:spPr>
          <a:xfrm>
            <a:off x="475725" y="255477"/>
            <a:ext cx="22083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4D4D4F"/>
                </a:solidFill>
                <a:latin typeface="Red Hat Text"/>
                <a:ea typeface="Red Hat Text"/>
                <a:cs typeface="Red Hat Text"/>
                <a:sym typeface="Red Hat Text"/>
              </a:rPr>
              <a:t>2020 RED HAT TECH READY</a:t>
            </a:r>
            <a:endParaRPr b="1" sz="600">
              <a:solidFill>
                <a:srgbClr val="4D4D4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1">
  <p:cSld name="CUSTOM_4_23">
    <p:bg>
      <p:bgPr>
        <a:solidFill>
          <a:srgbClr val="353535"/>
        </a:solid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0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Text Medium"/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Text Medium"/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Text Medium"/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Text Medium"/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Text Medium"/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Text Medium"/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Text Medium"/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Text Medium"/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63" name="Google Shape;763;p5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4" name="Google Shape;764;p5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5" name="Google Shape;765;p50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66" name="Google Shape;766;p50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67" name="Google Shape;767;p50"/>
          <p:cNvSpPr txBox="1"/>
          <p:nvPr>
            <p:ph idx="3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768" name="Google Shape;76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5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pies 1">
  <p:cSld name="CUSTOM_4_12_1">
    <p:bg>
      <p:bgPr>
        <a:solidFill>
          <a:srgbClr val="353535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1" name="Google Shape;771;p5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2" name="Google Shape;772;p5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3" name="Google Shape;773;p51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774" name="Google Shape;774;p51"/>
          <p:cNvCxnSpPr/>
          <p:nvPr/>
        </p:nvCxnSpPr>
        <p:spPr>
          <a:xfrm>
            <a:off x="5914388" y="3329513"/>
            <a:ext cx="0" cy="1053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75" name="Google Shape;775;p51"/>
          <p:cNvSpPr txBox="1"/>
          <p:nvPr>
            <p:ph idx="2" type="subTitle"/>
          </p:nvPr>
        </p:nvSpPr>
        <p:spPr>
          <a:xfrm>
            <a:off x="665850" y="1947525"/>
            <a:ext cx="2387100" cy="20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76" name="Google Shape;776;p51"/>
          <p:cNvSpPr txBox="1"/>
          <p:nvPr>
            <p:ph idx="3" type="subTitle"/>
          </p:nvPr>
        </p:nvSpPr>
        <p:spPr>
          <a:xfrm>
            <a:off x="3465563" y="3329513"/>
            <a:ext cx="22122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77" name="Google Shape;777;p51"/>
          <p:cNvSpPr txBox="1"/>
          <p:nvPr>
            <p:ph idx="4" type="subTitle"/>
          </p:nvPr>
        </p:nvSpPr>
        <p:spPr>
          <a:xfrm>
            <a:off x="3465563" y="3696431"/>
            <a:ext cx="22122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78" name="Google Shape;778;p51"/>
          <p:cNvSpPr txBox="1"/>
          <p:nvPr>
            <p:ph idx="5" type="subTitle"/>
          </p:nvPr>
        </p:nvSpPr>
        <p:spPr>
          <a:xfrm>
            <a:off x="6038381" y="3329513"/>
            <a:ext cx="22122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79" name="Google Shape;779;p51"/>
          <p:cNvSpPr txBox="1"/>
          <p:nvPr>
            <p:ph idx="6" type="subTitle"/>
          </p:nvPr>
        </p:nvSpPr>
        <p:spPr>
          <a:xfrm>
            <a:off x="6038381" y="3696431"/>
            <a:ext cx="22122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80" name="Google Shape;780;p51"/>
          <p:cNvSpPr txBox="1"/>
          <p:nvPr>
            <p:ph idx="7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81" name="Google Shape;781;p51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782" name="Google Shape;782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5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4" name="Google Shape;784;p51"/>
          <p:cNvSpPr txBox="1"/>
          <p:nvPr>
            <p:ph idx="8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 alt1 1">
  <p:cSld name="CUSTOM_4_2_2_1">
    <p:bg>
      <p:bgPr>
        <a:solidFill>
          <a:srgbClr val="353535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6" name="Google Shape;786;p5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" name="Google Shape;787;p5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8" name="Google Shape;788;p52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89" name="Google Shape;789;p52"/>
          <p:cNvSpPr txBox="1"/>
          <p:nvPr>
            <p:ph idx="2" type="subTitle"/>
          </p:nvPr>
        </p:nvSpPr>
        <p:spPr>
          <a:xfrm>
            <a:off x="1565888" y="1812319"/>
            <a:ext cx="6033600" cy="9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90" name="Google Shape;790;p52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91" name="Google Shape;791;p52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792" name="Google Shape;79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5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4" name="Google Shape;794;p52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 1">
  <p:cSld name="CUSTOM_4_2_3">
    <p:bg>
      <p:bgPr>
        <a:solidFill>
          <a:srgbClr val="353535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6" name="Google Shape;796;p5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7" name="Google Shape;797;p5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8" name="Google Shape;798;p53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99" name="Google Shape;799;p53"/>
          <p:cNvSpPr txBox="1"/>
          <p:nvPr>
            <p:ph idx="2" type="subTitle"/>
          </p:nvPr>
        </p:nvSpPr>
        <p:spPr>
          <a:xfrm>
            <a:off x="4246556" y="1904438"/>
            <a:ext cx="4114800" cy="237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13000"/>
              </a:lnSpc>
              <a:spcBef>
                <a:spcPts val="1500"/>
              </a:spcBef>
              <a:spcAft>
                <a:spcPts val="15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00" name="Google Shape;800;p53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01" name="Google Shape;801;p53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802" name="Google Shape;802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5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4" name="Google Shape;804;p53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 1">
  <p:cSld name="CUSTOM_4_3_1">
    <p:bg>
      <p:bgPr>
        <a:solidFill>
          <a:srgbClr val="353535"/>
        </a:solidFill>
      </p:bgPr>
    </p:bg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6" name="Google Shape;806;p5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5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8" name="Google Shape;808;p54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809" name="Google Shape;809;p54"/>
          <p:cNvCxnSpPr/>
          <p:nvPr/>
        </p:nvCxnSpPr>
        <p:spPr>
          <a:xfrm>
            <a:off x="3229613" y="3172294"/>
            <a:ext cx="0" cy="1168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810" name="Google Shape;810;p54"/>
          <p:cNvCxnSpPr/>
          <p:nvPr/>
        </p:nvCxnSpPr>
        <p:spPr>
          <a:xfrm>
            <a:off x="5914388" y="3172294"/>
            <a:ext cx="0" cy="1168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11" name="Google Shape;811;p54"/>
          <p:cNvSpPr txBox="1"/>
          <p:nvPr>
            <p:ph idx="2" type="subTitle"/>
          </p:nvPr>
        </p:nvSpPr>
        <p:spPr>
          <a:xfrm>
            <a:off x="3351225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12" name="Google Shape;812;p54"/>
          <p:cNvSpPr txBox="1"/>
          <p:nvPr>
            <p:ph idx="3" type="subTitle"/>
          </p:nvPr>
        </p:nvSpPr>
        <p:spPr>
          <a:xfrm>
            <a:off x="3351300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13" name="Google Shape;813;p54"/>
          <p:cNvSpPr txBox="1"/>
          <p:nvPr>
            <p:ph idx="4" type="subTitle"/>
          </p:nvPr>
        </p:nvSpPr>
        <p:spPr>
          <a:xfrm>
            <a:off x="6036000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14" name="Google Shape;814;p54"/>
          <p:cNvSpPr txBox="1"/>
          <p:nvPr>
            <p:ph idx="5" type="subTitle"/>
          </p:nvPr>
        </p:nvSpPr>
        <p:spPr>
          <a:xfrm>
            <a:off x="6036075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15" name="Google Shape;815;p54"/>
          <p:cNvSpPr txBox="1"/>
          <p:nvPr>
            <p:ph idx="6" type="subTitle"/>
          </p:nvPr>
        </p:nvSpPr>
        <p:spPr>
          <a:xfrm>
            <a:off x="666450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16" name="Google Shape;816;p54"/>
          <p:cNvSpPr txBox="1"/>
          <p:nvPr>
            <p:ph idx="7" type="subTitle"/>
          </p:nvPr>
        </p:nvSpPr>
        <p:spPr>
          <a:xfrm>
            <a:off x="666525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17" name="Google Shape;817;p54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18" name="Google Shape;818;p54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819" name="Google Shape;819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5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1" name="Google Shape;821;p54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four column 1">
  <p:cSld name="CUSTOM_4_5_1">
    <p:bg>
      <p:bgPr>
        <a:solidFill>
          <a:srgbClr val="353535"/>
        </a:solidFill>
      </p:bgPr>
    </p:bg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3" name="Google Shape;823;p5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5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5" name="Google Shape;825;p55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826" name="Google Shape;826;p55"/>
          <p:cNvCxnSpPr/>
          <p:nvPr/>
        </p:nvCxnSpPr>
        <p:spPr>
          <a:xfrm>
            <a:off x="2562438" y="2758500"/>
            <a:ext cx="0" cy="11457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827" name="Google Shape;827;p55"/>
          <p:cNvCxnSpPr/>
          <p:nvPr/>
        </p:nvCxnSpPr>
        <p:spPr>
          <a:xfrm>
            <a:off x="4572075" y="2758500"/>
            <a:ext cx="0" cy="11457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828" name="Google Shape;828;p55"/>
          <p:cNvCxnSpPr/>
          <p:nvPr/>
        </p:nvCxnSpPr>
        <p:spPr>
          <a:xfrm>
            <a:off x="6581713" y="2758500"/>
            <a:ext cx="0" cy="11457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29" name="Google Shape;829;p55"/>
          <p:cNvSpPr txBox="1"/>
          <p:nvPr>
            <p:ph idx="2" type="subTitle"/>
          </p:nvPr>
        </p:nvSpPr>
        <p:spPr>
          <a:xfrm>
            <a:off x="663806" y="3044625"/>
            <a:ext cx="17877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30" name="Google Shape;830;p55"/>
          <p:cNvSpPr txBox="1"/>
          <p:nvPr>
            <p:ph idx="3" type="subTitle"/>
          </p:nvPr>
        </p:nvSpPr>
        <p:spPr>
          <a:xfrm>
            <a:off x="663788" y="2718263"/>
            <a:ext cx="17877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31" name="Google Shape;831;p55"/>
          <p:cNvSpPr txBox="1"/>
          <p:nvPr>
            <p:ph idx="4" type="subTitle"/>
          </p:nvPr>
        </p:nvSpPr>
        <p:spPr>
          <a:xfrm>
            <a:off x="6692719" y="3044625"/>
            <a:ext cx="17877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32" name="Google Shape;832;p55"/>
          <p:cNvSpPr txBox="1"/>
          <p:nvPr>
            <p:ph idx="5" type="subTitle"/>
          </p:nvPr>
        </p:nvSpPr>
        <p:spPr>
          <a:xfrm>
            <a:off x="6692700" y="2718263"/>
            <a:ext cx="17877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33" name="Google Shape;833;p55"/>
          <p:cNvSpPr txBox="1"/>
          <p:nvPr>
            <p:ph idx="6" type="subTitle"/>
          </p:nvPr>
        </p:nvSpPr>
        <p:spPr>
          <a:xfrm>
            <a:off x="4683081" y="3044625"/>
            <a:ext cx="17877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34" name="Google Shape;834;p55"/>
          <p:cNvSpPr txBox="1"/>
          <p:nvPr>
            <p:ph idx="7" type="subTitle"/>
          </p:nvPr>
        </p:nvSpPr>
        <p:spPr>
          <a:xfrm>
            <a:off x="4683063" y="2718263"/>
            <a:ext cx="17877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35" name="Google Shape;835;p55"/>
          <p:cNvSpPr txBox="1"/>
          <p:nvPr>
            <p:ph idx="8" type="subTitle"/>
          </p:nvPr>
        </p:nvSpPr>
        <p:spPr>
          <a:xfrm>
            <a:off x="2673444" y="3044625"/>
            <a:ext cx="17877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36" name="Google Shape;836;p55"/>
          <p:cNvSpPr txBox="1"/>
          <p:nvPr>
            <p:ph idx="9" type="subTitle"/>
          </p:nvPr>
        </p:nvSpPr>
        <p:spPr>
          <a:xfrm>
            <a:off x="2673425" y="2718263"/>
            <a:ext cx="17877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37" name="Google Shape;837;p55"/>
          <p:cNvSpPr txBox="1"/>
          <p:nvPr>
            <p:ph idx="1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38" name="Google Shape;838;p55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839" name="Google Shape;83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5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1" name="Google Shape;841;p55"/>
          <p:cNvSpPr txBox="1"/>
          <p:nvPr>
            <p:ph idx="1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by two 1">
  <p:cSld name="CUSTOM_4_6_1">
    <p:bg>
      <p:bgPr>
        <a:solidFill>
          <a:srgbClr val="353535"/>
        </a:solidFill>
      </p:bgPr>
    </p:bg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3" name="Google Shape;843;p5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5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5" name="Google Shape;845;p56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46" name="Google Shape;846;p56"/>
          <p:cNvSpPr txBox="1"/>
          <p:nvPr>
            <p:ph idx="2" type="subTitle"/>
          </p:nvPr>
        </p:nvSpPr>
        <p:spPr>
          <a:xfrm>
            <a:off x="5141316" y="2091075"/>
            <a:ext cx="26340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47" name="Google Shape;847;p56"/>
          <p:cNvSpPr txBox="1"/>
          <p:nvPr>
            <p:ph idx="3" type="subTitle"/>
          </p:nvPr>
        </p:nvSpPr>
        <p:spPr>
          <a:xfrm>
            <a:off x="5141311" y="1764713"/>
            <a:ext cx="26340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48" name="Google Shape;848;p56"/>
          <p:cNvSpPr txBox="1"/>
          <p:nvPr>
            <p:ph idx="4" type="subTitle"/>
          </p:nvPr>
        </p:nvSpPr>
        <p:spPr>
          <a:xfrm>
            <a:off x="5141316" y="3325781"/>
            <a:ext cx="26340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49" name="Google Shape;849;p56"/>
          <p:cNvSpPr txBox="1"/>
          <p:nvPr>
            <p:ph idx="5" type="subTitle"/>
          </p:nvPr>
        </p:nvSpPr>
        <p:spPr>
          <a:xfrm>
            <a:off x="5141311" y="2999419"/>
            <a:ext cx="26340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50" name="Google Shape;850;p56"/>
          <p:cNvSpPr txBox="1"/>
          <p:nvPr>
            <p:ph idx="6" type="subTitle"/>
          </p:nvPr>
        </p:nvSpPr>
        <p:spPr>
          <a:xfrm>
            <a:off x="1563469" y="2091075"/>
            <a:ext cx="26340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51" name="Google Shape;851;p56"/>
          <p:cNvSpPr txBox="1"/>
          <p:nvPr>
            <p:ph idx="7" type="subTitle"/>
          </p:nvPr>
        </p:nvSpPr>
        <p:spPr>
          <a:xfrm>
            <a:off x="1563450" y="1764713"/>
            <a:ext cx="26340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52" name="Google Shape;852;p56"/>
          <p:cNvSpPr txBox="1"/>
          <p:nvPr>
            <p:ph idx="8" type="subTitle"/>
          </p:nvPr>
        </p:nvSpPr>
        <p:spPr>
          <a:xfrm>
            <a:off x="1563469" y="3325781"/>
            <a:ext cx="26340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53" name="Google Shape;853;p56"/>
          <p:cNvSpPr txBox="1"/>
          <p:nvPr>
            <p:ph idx="9" type="subTitle"/>
          </p:nvPr>
        </p:nvSpPr>
        <p:spPr>
          <a:xfrm>
            <a:off x="1563450" y="2999419"/>
            <a:ext cx="26340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54" name="Google Shape;854;p56"/>
          <p:cNvSpPr txBox="1"/>
          <p:nvPr>
            <p:ph idx="1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55" name="Google Shape;855;p56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856" name="Google Shape;856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5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8" name="Google Shape;858;p56"/>
          <p:cNvSpPr txBox="1"/>
          <p:nvPr>
            <p:ph idx="1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ircles 1">
  <p:cSld name="CUSTOM_4_19_1">
    <p:bg>
      <p:bgPr>
        <a:solidFill>
          <a:srgbClr val="353535"/>
        </a:solidFill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0" name="Google Shape;860;p5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" name="Google Shape;861;p5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2" name="Google Shape;862;p57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863" name="Google Shape;863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7644" y="1722319"/>
            <a:ext cx="6528711" cy="2435438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57"/>
          <p:cNvSpPr txBox="1"/>
          <p:nvPr>
            <p:ph idx="2" type="subTitle"/>
          </p:nvPr>
        </p:nvSpPr>
        <p:spPr>
          <a:xfrm>
            <a:off x="1696780" y="2223771"/>
            <a:ext cx="1636200" cy="1432500"/>
          </a:xfrm>
          <a:prstGeom prst="rect">
            <a:avLst/>
          </a:prstGeom>
        </p:spPr>
        <p:txBody>
          <a:bodyPr anchorCtr="0" anchor="ctr" bIns="68575" lIns="205725" spcFirstLastPara="1" rIns="20572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65" name="Google Shape;865;p57"/>
          <p:cNvSpPr txBox="1"/>
          <p:nvPr>
            <p:ph idx="3" type="subTitle"/>
          </p:nvPr>
        </p:nvSpPr>
        <p:spPr>
          <a:xfrm>
            <a:off x="3753949" y="2223767"/>
            <a:ext cx="1636200" cy="1432500"/>
          </a:xfrm>
          <a:prstGeom prst="rect">
            <a:avLst/>
          </a:prstGeom>
        </p:spPr>
        <p:txBody>
          <a:bodyPr anchorCtr="0" anchor="ctr" bIns="68575" lIns="205725" spcFirstLastPara="1" rIns="20572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66" name="Google Shape;866;p57"/>
          <p:cNvSpPr txBox="1"/>
          <p:nvPr>
            <p:ph idx="4" type="subTitle"/>
          </p:nvPr>
        </p:nvSpPr>
        <p:spPr>
          <a:xfrm>
            <a:off x="5811118" y="2223767"/>
            <a:ext cx="1636200" cy="1432500"/>
          </a:xfrm>
          <a:prstGeom prst="rect">
            <a:avLst/>
          </a:prstGeom>
        </p:spPr>
        <p:txBody>
          <a:bodyPr anchorCtr="0" anchor="ctr" bIns="68575" lIns="205725" spcFirstLastPara="1" rIns="20572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67" name="Google Shape;867;p57"/>
          <p:cNvSpPr txBox="1"/>
          <p:nvPr>
            <p:ph idx="5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68" name="Google Shape;868;p57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869" name="Google Shape;86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5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1" name="Google Shape;871;p57"/>
          <p:cNvSpPr txBox="1"/>
          <p:nvPr>
            <p:ph idx="6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hevrons 1">
  <p:cSld name="CUSTOM_4_20_3">
    <p:bg>
      <p:bgPr>
        <a:solidFill>
          <a:srgbClr val="353535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8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874" name="Google Shape;874;p5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5" name="Google Shape;875;p5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6" name="Google Shape;876;p58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77" name="Google Shape;877;p58"/>
          <p:cNvSpPr/>
          <p:nvPr/>
        </p:nvSpPr>
        <p:spPr>
          <a:xfrm>
            <a:off x="2926125" y="1855228"/>
            <a:ext cx="3291900" cy="2026800"/>
          </a:xfrm>
          <a:prstGeom prst="chevron">
            <a:avLst>
              <a:gd fmla="val 27319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58"/>
          <p:cNvSpPr/>
          <p:nvPr/>
        </p:nvSpPr>
        <p:spPr>
          <a:xfrm>
            <a:off x="5852250" y="1855238"/>
            <a:ext cx="3291900" cy="2026800"/>
          </a:xfrm>
          <a:prstGeom prst="chevron">
            <a:avLst>
              <a:gd fmla="val 27319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879" name="Google Shape;879;p58"/>
          <p:cNvSpPr/>
          <p:nvPr/>
        </p:nvSpPr>
        <p:spPr>
          <a:xfrm>
            <a:off x="0" y="1855238"/>
            <a:ext cx="3291900" cy="2026800"/>
          </a:xfrm>
          <a:prstGeom prst="chevron">
            <a:avLst>
              <a:gd fmla="val 27319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880" name="Google Shape;880;p58"/>
          <p:cNvSpPr/>
          <p:nvPr/>
        </p:nvSpPr>
        <p:spPr>
          <a:xfrm>
            <a:off x="0" y="1855228"/>
            <a:ext cx="840300" cy="20268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58"/>
          <p:cNvSpPr/>
          <p:nvPr/>
        </p:nvSpPr>
        <p:spPr>
          <a:xfrm>
            <a:off x="8303625" y="1855228"/>
            <a:ext cx="840300" cy="20268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58"/>
          <p:cNvSpPr txBox="1"/>
          <p:nvPr>
            <p:ph idx="3" type="subTitle"/>
          </p:nvPr>
        </p:nvSpPr>
        <p:spPr>
          <a:xfrm>
            <a:off x="2926125" y="1855238"/>
            <a:ext cx="3291900" cy="2026800"/>
          </a:xfrm>
          <a:prstGeom prst="rect">
            <a:avLst/>
          </a:prstGeom>
        </p:spPr>
        <p:txBody>
          <a:bodyPr anchorCtr="0" anchor="ctr" bIns="0" lIns="822950" spcFirstLastPara="1" rIns="342900" wrap="square" tIns="685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83" name="Google Shape;883;p58"/>
          <p:cNvSpPr txBox="1"/>
          <p:nvPr>
            <p:ph idx="4" type="subTitle"/>
          </p:nvPr>
        </p:nvSpPr>
        <p:spPr>
          <a:xfrm>
            <a:off x="0" y="1855238"/>
            <a:ext cx="3291900" cy="2026800"/>
          </a:xfrm>
          <a:prstGeom prst="rect">
            <a:avLst/>
          </a:prstGeom>
        </p:spPr>
        <p:txBody>
          <a:bodyPr anchorCtr="0" anchor="ctr" bIns="0" lIns="651500" spcFirstLastPara="1" rIns="548625" wrap="square" tIns="685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84" name="Google Shape;884;p58"/>
          <p:cNvSpPr txBox="1"/>
          <p:nvPr>
            <p:ph idx="5" type="subTitle"/>
          </p:nvPr>
        </p:nvSpPr>
        <p:spPr>
          <a:xfrm>
            <a:off x="5852250" y="1855238"/>
            <a:ext cx="3291900" cy="2026800"/>
          </a:xfrm>
          <a:prstGeom prst="rect">
            <a:avLst/>
          </a:prstGeom>
        </p:spPr>
        <p:txBody>
          <a:bodyPr anchorCtr="0" anchor="ctr" bIns="0" lIns="822950" spcFirstLastPara="1" rIns="342900" wrap="square" tIns="685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85" name="Google Shape;885;p58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86" name="Google Shape;886;p58"/>
          <p:cNvSpPr txBox="1"/>
          <p:nvPr>
            <p:ph idx="6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887" name="Google Shape;887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5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wo column 1">
  <p:cSld name="CUSTOM_4_8_1">
    <p:bg>
      <p:bgPr>
        <a:solidFill>
          <a:srgbClr val="353535"/>
        </a:solidFill>
      </p:bgPr>
    </p:bg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" name="Google Shape;890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09956" y="1533675"/>
            <a:ext cx="548775" cy="548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0306" y="1533675"/>
            <a:ext cx="548775" cy="5487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2" name="Google Shape;892;p5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3" name="Google Shape;893;p5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4" name="Google Shape;894;p59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895" name="Google Shape;895;p59"/>
          <p:cNvCxnSpPr/>
          <p:nvPr/>
        </p:nvCxnSpPr>
        <p:spPr>
          <a:xfrm>
            <a:off x="4574182" y="2097150"/>
            <a:ext cx="0" cy="21927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96" name="Google Shape;896;p59"/>
          <p:cNvSpPr txBox="1"/>
          <p:nvPr>
            <p:ph idx="2" type="subTitle"/>
          </p:nvPr>
        </p:nvSpPr>
        <p:spPr>
          <a:xfrm>
            <a:off x="1007344" y="3777544"/>
            <a:ext cx="32985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97" name="Google Shape;897;p59"/>
          <p:cNvSpPr txBox="1"/>
          <p:nvPr>
            <p:ph idx="3" type="subTitle"/>
          </p:nvPr>
        </p:nvSpPr>
        <p:spPr>
          <a:xfrm>
            <a:off x="1007344" y="2136075"/>
            <a:ext cx="3298500" cy="139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98" name="Google Shape;898;p59"/>
          <p:cNvSpPr txBox="1"/>
          <p:nvPr>
            <p:ph idx="4" type="subTitle"/>
          </p:nvPr>
        </p:nvSpPr>
        <p:spPr>
          <a:xfrm>
            <a:off x="4896994" y="3777544"/>
            <a:ext cx="32985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99" name="Google Shape;899;p59"/>
          <p:cNvSpPr txBox="1"/>
          <p:nvPr>
            <p:ph idx="5" type="subTitle"/>
          </p:nvPr>
        </p:nvSpPr>
        <p:spPr>
          <a:xfrm>
            <a:off x="4896994" y="2136075"/>
            <a:ext cx="3298500" cy="139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00" name="Google Shape;900;p59"/>
          <p:cNvSpPr txBox="1"/>
          <p:nvPr>
            <p:ph idx="6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01" name="Google Shape;901;p59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902" name="Google Shape;90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5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04" name="Google Shape;904;p59"/>
          <p:cNvCxnSpPr/>
          <p:nvPr/>
        </p:nvCxnSpPr>
        <p:spPr>
          <a:xfrm>
            <a:off x="1024875" y="3663249"/>
            <a:ext cx="117000" cy="0"/>
          </a:xfrm>
          <a:prstGeom prst="straightConnector1">
            <a:avLst/>
          </a:prstGeom>
          <a:noFill/>
          <a:ln cap="flat" cmpd="sng" w="2857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5" name="Google Shape;905;p59"/>
          <p:cNvCxnSpPr/>
          <p:nvPr/>
        </p:nvCxnSpPr>
        <p:spPr>
          <a:xfrm>
            <a:off x="4914525" y="3663249"/>
            <a:ext cx="117000" cy="0"/>
          </a:xfrm>
          <a:prstGeom prst="straightConnector1">
            <a:avLst/>
          </a:prstGeom>
          <a:noFill/>
          <a:ln cap="flat" cmpd="sng" w="2857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59"/>
          <p:cNvSpPr txBox="1"/>
          <p:nvPr>
            <p:ph idx="7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hree column 1">
  <p:cSld name="CUSTOM_4_9_1">
    <p:bg>
      <p:bgPr>
        <a:solidFill>
          <a:srgbClr val="353535"/>
        </a:solidFill>
      </p:bgPr>
    </p:bg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8" name="Google Shape;908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8025" y="1662900"/>
            <a:ext cx="414918" cy="414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70813" y="1662900"/>
            <a:ext cx="414918" cy="414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3600" y="1662900"/>
            <a:ext cx="414918" cy="4149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1" name="Google Shape;911;p6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2" name="Google Shape;912;p6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3" name="Google Shape;913;p60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914" name="Google Shape;914;p60"/>
          <p:cNvCxnSpPr/>
          <p:nvPr/>
        </p:nvCxnSpPr>
        <p:spPr>
          <a:xfrm>
            <a:off x="3230700" y="2082713"/>
            <a:ext cx="0" cy="17268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915" name="Google Shape;915;p60"/>
          <p:cNvCxnSpPr/>
          <p:nvPr/>
        </p:nvCxnSpPr>
        <p:spPr>
          <a:xfrm>
            <a:off x="5917913" y="2082713"/>
            <a:ext cx="0" cy="17268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16" name="Google Shape;916;p60"/>
          <p:cNvSpPr txBox="1"/>
          <p:nvPr>
            <p:ph idx="2" type="subTitle"/>
          </p:nvPr>
        </p:nvSpPr>
        <p:spPr>
          <a:xfrm>
            <a:off x="855694" y="3510788"/>
            <a:ext cx="20628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17" name="Google Shape;917;p60"/>
          <p:cNvSpPr txBox="1"/>
          <p:nvPr>
            <p:ph idx="3" type="subTitle"/>
          </p:nvPr>
        </p:nvSpPr>
        <p:spPr>
          <a:xfrm>
            <a:off x="855694" y="2110282"/>
            <a:ext cx="2062800" cy="116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18" name="Google Shape;918;p60"/>
          <p:cNvSpPr txBox="1"/>
          <p:nvPr>
            <p:ph idx="4" type="subTitle"/>
          </p:nvPr>
        </p:nvSpPr>
        <p:spPr>
          <a:xfrm>
            <a:off x="3542906" y="2110282"/>
            <a:ext cx="2062800" cy="116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19" name="Google Shape;919;p60"/>
          <p:cNvSpPr txBox="1"/>
          <p:nvPr>
            <p:ph idx="5" type="subTitle"/>
          </p:nvPr>
        </p:nvSpPr>
        <p:spPr>
          <a:xfrm>
            <a:off x="6230119" y="2110282"/>
            <a:ext cx="2062800" cy="116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20" name="Google Shape;920;p60"/>
          <p:cNvSpPr txBox="1"/>
          <p:nvPr>
            <p:ph idx="6" type="subTitle"/>
          </p:nvPr>
        </p:nvSpPr>
        <p:spPr>
          <a:xfrm>
            <a:off x="3540600" y="3510788"/>
            <a:ext cx="20628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21" name="Google Shape;921;p60"/>
          <p:cNvSpPr txBox="1"/>
          <p:nvPr>
            <p:ph idx="7" type="subTitle"/>
          </p:nvPr>
        </p:nvSpPr>
        <p:spPr>
          <a:xfrm>
            <a:off x="6230119" y="3510788"/>
            <a:ext cx="20628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22" name="Google Shape;922;p60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23" name="Google Shape;923;p60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924" name="Google Shape;92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6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6" name="Google Shape;926;p60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percentage bars 1">
  <p:cSld name="CUSTOM_4_10_1">
    <p:bg>
      <p:bgPr>
        <a:solidFill>
          <a:srgbClr val="353535"/>
        </a:solidFill>
      </p:bgPr>
    </p:bg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8" name="Google Shape;928;p6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6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0" name="Google Shape;930;p61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31" name="Google Shape;931;p61"/>
          <p:cNvSpPr txBox="1"/>
          <p:nvPr>
            <p:ph idx="2" type="subTitle"/>
          </p:nvPr>
        </p:nvSpPr>
        <p:spPr>
          <a:xfrm>
            <a:off x="6036038" y="2173950"/>
            <a:ext cx="25578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32" name="Google Shape;932;p61"/>
          <p:cNvSpPr txBox="1"/>
          <p:nvPr>
            <p:ph idx="3" type="subTitle"/>
          </p:nvPr>
        </p:nvSpPr>
        <p:spPr>
          <a:xfrm>
            <a:off x="6036038" y="1905450"/>
            <a:ext cx="2557800" cy="24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33" name="Google Shape;933;p61"/>
          <p:cNvSpPr txBox="1"/>
          <p:nvPr>
            <p:ph idx="4" type="subTitle"/>
          </p:nvPr>
        </p:nvSpPr>
        <p:spPr>
          <a:xfrm>
            <a:off x="6036038" y="3507600"/>
            <a:ext cx="25578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34" name="Google Shape;934;p61"/>
          <p:cNvSpPr txBox="1"/>
          <p:nvPr>
            <p:ph idx="5" type="subTitle"/>
          </p:nvPr>
        </p:nvSpPr>
        <p:spPr>
          <a:xfrm>
            <a:off x="6036038" y="3239100"/>
            <a:ext cx="2557800" cy="24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35" name="Google Shape;935;p61"/>
          <p:cNvSpPr/>
          <p:nvPr/>
        </p:nvSpPr>
        <p:spPr>
          <a:xfrm>
            <a:off x="667144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61"/>
          <p:cNvSpPr/>
          <p:nvPr/>
        </p:nvSpPr>
        <p:spPr>
          <a:xfrm>
            <a:off x="667144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61"/>
          <p:cNvSpPr/>
          <p:nvPr/>
        </p:nvSpPr>
        <p:spPr>
          <a:xfrm>
            <a:off x="667144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61"/>
          <p:cNvSpPr/>
          <p:nvPr/>
        </p:nvSpPr>
        <p:spPr>
          <a:xfrm>
            <a:off x="667144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61"/>
          <p:cNvSpPr/>
          <p:nvPr/>
        </p:nvSpPr>
        <p:spPr>
          <a:xfrm>
            <a:off x="667144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61"/>
          <p:cNvSpPr/>
          <p:nvPr/>
        </p:nvSpPr>
        <p:spPr>
          <a:xfrm>
            <a:off x="667144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61"/>
          <p:cNvSpPr/>
          <p:nvPr/>
        </p:nvSpPr>
        <p:spPr>
          <a:xfrm>
            <a:off x="667144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61"/>
          <p:cNvSpPr/>
          <p:nvPr/>
        </p:nvSpPr>
        <p:spPr>
          <a:xfrm>
            <a:off x="667144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61"/>
          <p:cNvSpPr/>
          <p:nvPr/>
        </p:nvSpPr>
        <p:spPr>
          <a:xfrm>
            <a:off x="667144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61"/>
          <p:cNvSpPr/>
          <p:nvPr/>
        </p:nvSpPr>
        <p:spPr>
          <a:xfrm>
            <a:off x="667144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61"/>
          <p:cNvSpPr/>
          <p:nvPr/>
        </p:nvSpPr>
        <p:spPr>
          <a:xfrm>
            <a:off x="1189500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61"/>
          <p:cNvSpPr/>
          <p:nvPr/>
        </p:nvSpPr>
        <p:spPr>
          <a:xfrm>
            <a:off x="1189500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61"/>
          <p:cNvSpPr/>
          <p:nvPr/>
        </p:nvSpPr>
        <p:spPr>
          <a:xfrm>
            <a:off x="1189500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61"/>
          <p:cNvSpPr/>
          <p:nvPr/>
        </p:nvSpPr>
        <p:spPr>
          <a:xfrm>
            <a:off x="1189500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61"/>
          <p:cNvSpPr/>
          <p:nvPr/>
        </p:nvSpPr>
        <p:spPr>
          <a:xfrm>
            <a:off x="1189500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61"/>
          <p:cNvSpPr/>
          <p:nvPr/>
        </p:nvSpPr>
        <p:spPr>
          <a:xfrm>
            <a:off x="1189500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61"/>
          <p:cNvSpPr/>
          <p:nvPr/>
        </p:nvSpPr>
        <p:spPr>
          <a:xfrm>
            <a:off x="1189500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61"/>
          <p:cNvSpPr/>
          <p:nvPr/>
        </p:nvSpPr>
        <p:spPr>
          <a:xfrm>
            <a:off x="1189500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61"/>
          <p:cNvSpPr/>
          <p:nvPr/>
        </p:nvSpPr>
        <p:spPr>
          <a:xfrm>
            <a:off x="1189500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61"/>
          <p:cNvSpPr/>
          <p:nvPr/>
        </p:nvSpPr>
        <p:spPr>
          <a:xfrm>
            <a:off x="1189500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55" name="Google Shape;955;p61"/>
          <p:cNvSpPr/>
          <p:nvPr/>
        </p:nvSpPr>
        <p:spPr>
          <a:xfrm>
            <a:off x="1711856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61"/>
          <p:cNvSpPr/>
          <p:nvPr/>
        </p:nvSpPr>
        <p:spPr>
          <a:xfrm>
            <a:off x="1711856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61"/>
          <p:cNvSpPr/>
          <p:nvPr/>
        </p:nvSpPr>
        <p:spPr>
          <a:xfrm>
            <a:off x="1711856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61"/>
          <p:cNvSpPr/>
          <p:nvPr/>
        </p:nvSpPr>
        <p:spPr>
          <a:xfrm>
            <a:off x="1711856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61"/>
          <p:cNvSpPr/>
          <p:nvPr/>
        </p:nvSpPr>
        <p:spPr>
          <a:xfrm>
            <a:off x="1711856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61"/>
          <p:cNvSpPr/>
          <p:nvPr/>
        </p:nvSpPr>
        <p:spPr>
          <a:xfrm>
            <a:off x="1711856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61"/>
          <p:cNvSpPr/>
          <p:nvPr/>
        </p:nvSpPr>
        <p:spPr>
          <a:xfrm>
            <a:off x="1711856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61"/>
          <p:cNvSpPr/>
          <p:nvPr/>
        </p:nvSpPr>
        <p:spPr>
          <a:xfrm>
            <a:off x="1711856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61"/>
          <p:cNvSpPr/>
          <p:nvPr/>
        </p:nvSpPr>
        <p:spPr>
          <a:xfrm>
            <a:off x="1711856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61"/>
          <p:cNvSpPr/>
          <p:nvPr/>
        </p:nvSpPr>
        <p:spPr>
          <a:xfrm>
            <a:off x="1711856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65" name="Google Shape;965;p61"/>
          <p:cNvSpPr/>
          <p:nvPr/>
        </p:nvSpPr>
        <p:spPr>
          <a:xfrm>
            <a:off x="2234213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61"/>
          <p:cNvSpPr/>
          <p:nvPr/>
        </p:nvSpPr>
        <p:spPr>
          <a:xfrm>
            <a:off x="2234213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61"/>
          <p:cNvSpPr/>
          <p:nvPr/>
        </p:nvSpPr>
        <p:spPr>
          <a:xfrm>
            <a:off x="2234213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61"/>
          <p:cNvSpPr/>
          <p:nvPr/>
        </p:nvSpPr>
        <p:spPr>
          <a:xfrm>
            <a:off x="2234213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61"/>
          <p:cNvSpPr/>
          <p:nvPr/>
        </p:nvSpPr>
        <p:spPr>
          <a:xfrm>
            <a:off x="2234213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61"/>
          <p:cNvSpPr/>
          <p:nvPr/>
        </p:nvSpPr>
        <p:spPr>
          <a:xfrm>
            <a:off x="2234213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61"/>
          <p:cNvSpPr/>
          <p:nvPr/>
        </p:nvSpPr>
        <p:spPr>
          <a:xfrm>
            <a:off x="2234213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61"/>
          <p:cNvSpPr/>
          <p:nvPr/>
        </p:nvSpPr>
        <p:spPr>
          <a:xfrm>
            <a:off x="2234213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61"/>
          <p:cNvSpPr/>
          <p:nvPr/>
        </p:nvSpPr>
        <p:spPr>
          <a:xfrm>
            <a:off x="2234213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61"/>
          <p:cNvSpPr/>
          <p:nvPr/>
        </p:nvSpPr>
        <p:spPr>
          <a:xfrm>
            <a:off x="2234213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75" name="Google Shape;975;p61"/>
          <p:cNvSpPr/>
          <p:nvPr/>
        </p:nvSpPr>
        <p:spPr>
          <a:xfrm>
            <a:off x="2756569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61"/>
          <p:cNvSpPr/>
          <p:nvPr/>
        </p:nvSpPr>
        <p:spPr>
          <a:xfrm>
            <a:off x="2756569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61"/>
          <p:cNvSpPr/>
          <p:nvPr/>
        </p:nvSpPr>
        <p:spPr>
          <a:xfrm>
            <a:off x="2756569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61"/>
          <p:cNvSpPr/>
          <p:nvPr/>
        </p:nvSpPr>
        <p:spPr>
          <a:xfrm>
            <a:off x="2756569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61"/>
          <p:cNvSpPr/>
          <p:nvPr/>
        </p:nvSpPr>
        <p:spPr>
          <a:xfrm>
            <a:off x="2756569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61"/>
          <p:cNvSpPr/>
          <p:nvPr/>
        </p:nvSpPr>
        <p:spPr>
          <a:xfrm>
            <a:off x="2756569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61"/>
          <p:cNvSpPr/>
          <p:nvPr/>
        </p:nvSpPr>
        <p:spPr>
          <a:xfrm>
            <a:off x="2756569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61"/>
          <p:cNvSpPr/>
          <p:nvPr/>
        </p:nvSpPr>
        <p:spPr>
          <a:xfrm>
            <a:off x="2756569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61"/>
          <p:cNvSpPr/>
          <p:nvPr/>
        </p:nvSpPr>
        <p:spPr>
          <a:xfrm>
            <a:off x="2756569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61"/>
          <p:cNvSpPr/>
          <p:nvPr/>
        </p:nvSpPr>
        <p:spPr>
          <a:xfrm>
            <a:off x="2756569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85" name="Google Shape;985;p61"/>
          <p:cNvSpPr/>
          <p:nvPr/>
        </p:nvSpPr>
        <p:spPr>
          <a:xfrm>
            <a:off x="3278925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61"/>
          <p:cNvSpPr/>
          <p:nvPr/>
        </p:nvSpPr>
        <p:spPr>
          <a:xfrm>
            <a:off x="3278925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61"/>
          <p:cNvSpPr/>
          <p:nvPr/>
        </p:nvSpPr>
        <p:spPr>
          <a:xfrm>
            <a:off x="3278925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61"/>
          <p:cNvSpPr/>
          <p:nvPr/>
        </p:nvSpPr>
        <p:spPr>
          <a:xfrm>
            <a:off x="3278925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61"/>
          <p:cNvSpPr/>
          <p:nvPr/>
        </p:nvSpPr>
        <p:spPr>
          <a:xfrm>
            <a:off x="3278925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61"/>
          <p:cNvSpPr/>
          <p:nvPr/>
        </p:nvSpPr>
        <p:spPr>
          <a:xfrm>
            <a:off x="3278925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61"/>
          <p:cNvSpPr/>
          <p:nvPr/>
        </p:nvSpPr>
        <p:spPr>
          <a:xfrm>
            <a:off x="3278925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61"/>
          <p:cNvSpPr/>
          <p:nvPr/>
        </p:nvSpPr>
        <p:spPr>
          <a:xfrm>
            <a:off x="3278925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61"/>
          <p:cNvSpPr/>
          <p:nvPr/>
        </p:nvSpPr>
        <p:spPr>
          <a:xfrm>
            <a:off x="3278925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61"/>
          <p:cNvSpPr/>
          <p:nvPr/>
        </p:nvSpPr>
        <p:spPr>
          <a:xfrm>
            <a:off x="3278925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95" name="Google Shape;995;p61"/>
          <p:cNvSpPr/>
          <p:nvPr/>
        </p:nvSpPr>
        <p:spPr>
          <a:xfrm>
            <a:off x="3801281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61"/>
          <p:cNvSpPr/>
          <p:nvPr/>
        </p:nvSpPr>
        <p:spPr>
          <a:xfrm>
            <a:off x="3801281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61"/>
          <p:cNvSpPr/>
          <p:nvPr/>
        </p:nvSpPr>
        <p:spPr>
          <a:xfrm>
            <a:off x="3801281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61"/>
          <p:cNvSpPr/>
          <p:nvPr/>
        </p:nvSpPr>
        <p:spPr>
          <a:xfrm>
            <a:off x="3801281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61"/>
          <p:cNvSpPr/>
          <p:nvPr/>
        </p:nvSpPr>
        <p:spPr>
          <a:xfrm>
            <a:off x="3801281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61"/>
          <p:cNvSpPr/>
          <p:nvPr/>
        </p:nvSpPr>
        <p:spPr>
          <a:xfrm>
            <a:off x="3801281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61"/>
          <p:cNvSpPr/>
          <p:nvPr/>
        </p:nvSpPr>
        <p:spPr>
          <a:xfrm>
            <a:off x="3801281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61"/>
          <p:cNvSpPr/>
          <p:nvPr/>
        </p:nvSpPr>
        <p:spPr>
          <a:xfrm>
            <a:off x="3801281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61"/>
          <p:cNvSpPr/>
          <p:nvPr/>
        </p:nvSpPr>
        <p:spPr>
          <a:xfrm>
            <a:off x="3801281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61"/>
          <p:cNvSpPr/>
          <p:nvPr/>
        </p:nvSpPr>
        <p:spPr>
          <a:xfrm>
            <a:off x="3801281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05" name="Google Shape;1005;p61"/>
          <p:cNvSpPr/>
          <p:nvPr/>
        </p:nvSpPr>
        <p:spPr>
          <a:xfrm>
            <a:off x="4323638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61"/>
          <p:cNvSpPr/>
          <p:nvPr/>
        </p:nvSpPr>
        <p:spPr>
          <a:xfrm>
            <a:off x="4323638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61"/>
          <p:cNvSpPr/>
          <p:nvPr/>
        </p:nvSpPr>
        <p:spPr>
          <a:xfrm>
            <a:off x="4323638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61"/>
          <p:cNvSpPr/>
          <p:nvPr/>
        </p:nvSpPr>
        <p:spPr>
          <a:xfrm>
            <a:off x="4323638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61"/>
          <p:cNvSpPr/>
          <p:nvPr/>
        </p:nvSpPr>
        <p:spPr>
          <a:xfrm>
            <a:off x="4323638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61"/>
          <p:cNvSpPr/>
          <p:nvPr/>
        </p:nvSpPr>
        <p:spPr>
          <a:xfrm>
            <a:off x="4323638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61"/>
          <p:cNvSpPr/>
          <p:nvPr/>
        </p:nvSpPr>
        <p:spPr>
          <a:xfrm>
            <a:off x="4323638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61"/>
          <p:cNvSpPr/>
          <p:nvPr/>
        </p:nvSpPr>
        <p:spPr>
          <a:xfrm>
            <a:off x="4323638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61"/>
          <p:cNvSpPr/>
          <p:nvPr/>
        </p:nvSpPr>
        <p:spPr>
          <a:xfrm>
            <a:off x="4323638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61"/>
          <p:cNvSpPr/>
          <p:nvPr/>
        </p:nvSpPr>
        <p:spPr>
          <a:xfrm>
            <a:off x="4323638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15" name="Google Shape;1015;p61"/>
          <p:cNvSpPr/>
          <p:nvPr/>
        </p:nvSpPr>
        <p:spPr>
          <a:xfrm>
            <a:off x="4845994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61"/>
          <p:cNvSpPr/>
          <p:nvPr/>
        </p:nvSpPr>
        <p:spPr>
          <a:xfrm>
            <a:off x="4845994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61"/>
          <p:cNvSpPr/>
          <p:nvPr/>
        </p:nvSpPr>
        <p:spPr>
          <a:xfrm>
            <a:off x="4845994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61"/>
          <p:cNvSpPr/>
          <p:nvPr/>
        </p:nvSpPr>
        <p:spPr>
          <a:xfrm>
            <a:off x="4845994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61"/>
          <p:cNvSpPr/>
          <p:nvPr/>
        </p:nvSpPr>
        <p:spPr>
          <a:xfrm>
            <a:off x="4845994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61"/>
          <p:cNvSpPr/>
          <p:nvPr/>
        </p:nvSpPr>
        <p:spPr>
          <a:xfrm>
            <a:off x="4845994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61"/>
          <p:cNvSpPr/>
          <p:nvPr/>
        </p:nvSpPr>
        <p:spPr>
          <a:xfrm>
            <a:off x="4845994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61"/>
          <p:cNvSpPr/>
          <p:nvPr/>
        </p:nvSpPr>
        <p:spPr>
          <a:xfrm>
            <a:off x="4845994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61"/>
          <p:cNvSpPr/>
          <p:nvPr/>
        </p:nvSpPr>
        <p:spPr>
          <a:xfrm>
            <a:off x="4845994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61"/>
          <p:cNvSpPr/>
          <p:nvPr/>
        </p:nvSpPr>
        <p:spPr>
          <a:xfrm>
            <a:off x="4845994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25" name="Google Shape;1025;p61"/>
          <p:cNvSpPr/>
          <p:nvPr/>
        </p:nvSpPr>
        <p:spPr>
          <a:xfrm>
            <a:off x="5368350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61"/>
          <p:cNvSpPr/>
          <p:nvPr/>
        </p:nvSpPr>
        <p:spPr>
          <a:xfrm>
            <a:off x="5368350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61"/>
          <p:cNvSpPr/>
          <p:nvPr/>
        </p:nvSpPr>
        <p:spPr>
          <a:xfrm>
            <a:off x="5368350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61"/>
          <p:cNvSpPr/>
          <p:nvPr/>
        </p:nvSpPr>
        <p:spPr>
          <a:xfrm>
            <a:off x="5368350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61"/>
          <p:cNvSpPr/>
          <p:nvPr/>
        </p:nvSpPr>
        <p:spPr>
          <a:xfrm>
            <a:off x="5368350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61"/>
          <p:cNvSpPr/>
          <p:nvPr/>
        </p:nvSpPr>
        <p:spPr>
          <a:xfrm>
            <a:off x="5368350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61"/>
          <p:cNvSpPr/>
          <p:nvPr/>
        </p:nvSpPr>
        <p:spPr>
          <a:xfrm>
            <a:off x="5368350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61"/>
          <p:cNvSpPr/>
          <p:nvPr/>
        </p:nvSpPr>
        <p:spPr>
          <a:xfrm>
            <a:off x="5368350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1"/>
          <p:cNvSpPr/>
          <p:nvPr/>
        </p:nvSpPr>
        <p:spPr>
          <a:xfrm>
            <a:off x="5368350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61"/>
          <p:cNvSpPr/>
          <p:nvPr/>
        </p:nvSpPr>
        <p:spPr>
          <a:xfrm>
            <a:off x="5368350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35" name="Google Shape;1035;p61"/>
          <p:cNvSpPr/>
          <p:nvPr/>
        </p:nvSpPr>
        <p:spPr>
          <a:xfrm>
            <a:off x="667144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61"/>
          <p:cNvSpPr/>
          <p:nvPr/>
        </p:nvSpPr>
        <p:spPr>
          <a:xfrm>
            <a:off x="667144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61"/>
          <p:cNvSpPr/>
          <p:nvPr/>
        </p:nvSpPr>
        <p:spPr>
          <a:xfrm>
            <a:off x="667144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61"/>
          <p:cNvSpPr/>
          <p:nvPr/>
        </p:nvSpPr>
        <p:spPr>
          <a:xfrm>
            <a:off x="667144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61"/>
          <p:cNvSpPr/>
          <p:nvPr/>
        </p:nvSpPr>
        <p:spPr>
          <a:xfrm>
            <a:off x="667144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61"/>
          <p:cNvSpPr/>
          <p:nvPr/>
        </p:nvSpPr>
        <p:spPr>
          <a:xfrm>
            <a:off x="667144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61"/>
          <p:cNvSpPr/>
          <p:nvPr/>
        </p:nvSpPr>
        <p:spPr>
          <a:xfrm>
            <a:off x="667144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61"/>
          <p:cNvSpPr/>
          <p:nvPr/>
        </p:nvSpPr>
        <p:spPr>
          <a:xfrm>
            <a:off x="667144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61"/>
          <p:cNvSpPr/>
          <p:nvPr/>
        </p:nvSpPr>
        <p:spPr>
          <a:xfrm>
            <a:off x="667144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61"/>
          <p:cNvSpPr/>
          <p:nvPr/>
        </p:nvSpPr>
        <p:spPr>
          <a:xfrm>
            <a:off x="667144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45" name="Google Shape;1045;p61"/>
          <p:cNvSpPr/>
          <p:nvPr/>
        </p:nvSpPr>
        <p:spPr>
          <a:xfrm>
            <a:off x="1189500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61"/>
          <p:cNvSpPr/>
          <p:nvPr/>
        </p:nvSpPr>
        <p:spPr>
          <a:xfrm>
            <a:off x="1189500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61"/>
          <p:cNvSpPr/>
          <p:nvPr/>
        </p:nvSpPr>
        <p:spPr>
          <a:xfrm>
            <a:off x="1189500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61"/>
          <p:cNvSpPr/>
          <p:nvPr/>
        </p:nvSpPr>
        <p:spPr>
          <a:xfrm>
            <a:off x="1189500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61"/>
          <p:cNvSpPr/>
          <p:nvPr/>
        </p:nvSpPr>
        <p:spPr>
          <a:xfrm>
            <a:off x="1189500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61"/>
          <p:cNvSpPr/>
          <p:nvPr/>
        </p:nvSpPr>
        <p:spPr>
          <a:xfrm>
            <a:off x="1189500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61"/>
          <p:cNvSpPr/>
          <p:nvPr/>
        </p:nvSpPr>
        <p:spPr>
          <a:xfrm>
            <a:off x="1189500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61"/>
          <p:cNvSpPr/>
          <p:nvPr/>
        </p:nvSpPr>
        <p:spPr>
          <a:xfrm>
            <a:off x="1189500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61"/>
          <p:cNvSpPr/>
          <p:nvPr/>
        </p:nvSpPr>
        <p:spPr>
          <a:xfrm>
            <a:off x="1189500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61"/>
          <p:cNvSpPr/>
          <p:nvPr/>
        </p:nvSpPr>
        <p:spPr>
          <a:xfrm>
            <a:off x="1189500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55" name="Google Shape;1055;p61"/>
          <p:cNvSpPr/>
          <p:nvPr/>
        </p:nvSpPr>
        <p:spPr>
          <a:xfrm>
            <a:off x="1711856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61"/>
          <p:cNvSpPr/>
          <p:nvPr/>
        </p:nvSpPr>
        <p:spPr>
          <a:xfrm>
            <a:off x="1711856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61"/>
          <p:cNvSpPr/>
          <p:nvPr/>
        </p:nvSpPr>
        <p:spPr>
          <a:xfrm>
            <a:off x="1711856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61"/>
          <p:cNvSpPr/>
          <p:nvPr/>
        </p:nvSpPr>
        <p:spPr>
          <a:xfrm>
            <a:off x="1711856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61"/>
          <p:cNvSpPr/>
          <p:nvPr/>
        </p:nvSpPr>
        <p:spPr>
          <a:xfrm>
            <a:off x="1711856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61"/>
          <p:cNvSpPr/>
          <p:nvPr/>
        </p:nvSpPr>
        <p:spPr>
          <a:xfrm>
            <a:off x="1711856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61"/>
          <p:cNvSpPr/>
          <p:nvPr/>
        </p:nvSpPr>
        <p:spPr>
          <a:xfrm>
            <a:off x="1711856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61"/>
          <p:cNvSpPr/>
          <p:nvPr/>
        </p:nvSpPr>
        <p:spPr>
          <a:xfrm>
            <a:off x="1711856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61"/>
          <p:cNvSpPr/>
          <p:nvPr/>
        </p:nvSpPr>
        <p:spPr>
          <a:xfrm>
            <a:off x="1711856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61"/>
          <p:cNvSpPr/>
          <p:nvPr/>
        </p:nvSpPr>
        <p:spPr>
          <a:xfrm>
            <a:off x="1711856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65" name="Google Shape;1065;p61"/>
          <p:cNvSpPr/>
          <p:nvPr/>
        </p:nvSpPr>
        <p:spPr>
          <a:xfrm>
            <a:off x="2234213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61"/>
          <p:cNvSpPr/>
          <p:nvPr/>
        </p:nvSpPr>
        <p:spPr>
          <a:xfrm>
            <a:off x="2234213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61"/>
          <p:cNvSpPr/>
          <p:nvPr/>
        </p:nvSpPr>
        <p:spPr>
          <a:xfrm>
            <a:off x="2234213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61"/>
          <p:cNvSpPr/>
          <p:nvPr/>
        </p:nvSpPr>
        <p:spPr>
          <a:xfrm>
            <a:off x="2234213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61"/>
          <p:cNvSpPr/>
          <p:nvPr/>
        </p:nvSpPr>
        <p:spPr>
          <a:xfrm>
            <a:off x="2234213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61"/>
          <p:cNvSpPr/>
          <p:nvPr/>
        </p:nvSpPr>
        <p:spPr>
          <a:xfrm>
            <a:off x="2234213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61"/>
          <p:cNvSpPr/>
          <p:nvPr/>
        </p:nvSpPr>
        <p:spPr>
          <a:xfrm>
            <a:off x="2234213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61"/>
          <p:cNvSpPr/>
          <p:nvPr/>
        </p:nvSpPr>
        <p:spPr>
          <a:xfrm>
            <a:off x="2234213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61"/>
          <p:cNvSpPr/>
          <p:nvPr/>
        </p:nvSpPr>
        <p:spPr>
          <a:xfrm>
            <a:off x="2234213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61"/>
          <p:cNvSpPr/>
          <p:nvPr/>
        </p:nvSpPr>
        <p:spPr>
          <a:xfrm>
            <a:off x="2234213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75" name="Google Shape;1075;p61"/>
          <p:cNvSpPr/>
          <p:nvPr/>
        </p:nvSpPr>
        <p:spPr>
          <a:xfrm>
            <a:off x="2756569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61"/>
          <p:cNvSpPr/>
          <p:nvPr/>
        </p:nvSpPr>
        <p:spPr>
          <a:xfrm>
            <a:off x="2756569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61"/>
          <p:cNvSpPr/>
          <p:nvPr/>
        </p:nvSpPr>
        <p:spPr>
          <a:xfrm>
            <a:off x="2756569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61"/>
          <p:cNvSpPr/>
          <p:nvPr/>
        </p:nvSpPr>
        <p:spPr>
          <a:xfrm>
            <a:off x="2756569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61"/>
          <p:cNvSpPr/>
          <p:nvPr/>
        </p:nvSpPr>
        <p:spPr>
          <a:xfrm>
            <a:off x="2756569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61"/>
          <p:cNvSpPr/>
          <p:nvPr/>
        </p:nvSpPr>
        <p:spPr>
          <a:xfrm>
            <a:off x="2756569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61"/>
          <p:cNvSpPr/>
          <p:nvPr/>
        </p:nvSpPr>
        <p:spPr>
          <a:xfrm>
            <a:off x="2756569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61"/>
          <p:cNvSpPr/>
          <p:nvPr/>
        </p:nvSpPr>
        <p:spPr>
          <a:xfrm>
            <a:off x="2756569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61"/>
          <p:cNvSpPr/>
          <p:nvPr/>
        </p:nvSpPr>
        <p:spPr>
          <a:xfrm>
            <a:off x="2756569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61"/>
          <p:cNvSpPr/>
          <p:nvPr/>
        </p:nvSpPr>
        <p:spPr>
          <a:xfrm>
            <a:off x="2756569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85" name="Google Shape;1085;p61"/>
          <p:cNvSpPr/>
          <p:nvPr/>
        </p:nvSpPr>
        <p:spPr>
          <a:xfrm>
            <a:off x="3278925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61"/>
          <p:cNvSpPr/>
          <p:nvPr/>
        </p:nvSpPr>
        <p:spPr>
          <a:xfrm>
            <a:off x="3278925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61"/>
          <p:cNvSpPr/>
          <p:nvPr/>
        </p:nvSpPr>
        <p:spPr>
          <a:xfrm>
            <a:off x="3278925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61"/>
          <p:cNvSpPr/>
          <p:nvPr/>
        </p:nvSpPr>
        <p:spPr>
          <a:xfrm>
            <a:off x="3278925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61"/>
          <p:cNvSpPr/>
          <p:nvPr/>
        </p:nvSpPr>
        <p:spPr>
          <a:xfrm>
            <a:off x="3278925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61"/>
          <p:cNvSpPr/>
          <p:nvPr/>
        </p:nvSpPr>
        <p:spPr>
          <a:xfrm>
            <a:off x="3278925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61"/>
          <p:cNvSpPr/>
          <p:nvPr/>
        </p:nvSpPr>
        <p:spPr>
          <a:xfrm>
            <a:off x="3278925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61"/>
          <p:cNvSpPr/>
          <p:nvPr/>
        </p:nvSpPr>
        <p:spPr>
          <a:xfrm>
            <a:off x="3278925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61"/>
          <p:cNvSpPr/>
          <p:nvPr/>
        </p:nvSpPr>
        <p:spPr>
          <a:xfrm>
            <a:off x="3278925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61"/>
          <p:cNvSpPr/>
          <p:nvPr/>
        </p:nvSpPr>
        <p:spPr>
          <a:xfrm>
            <a:off x="3278925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95" name="Google Shape;1095;p61"/>
          <p:cNvSpPr/>
          <p:nvPr/>
        </p:nvSpPr>
        <p:spPr>
          <a:xfrm>
            <a:off x="3801281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61"/>
          <p:cNvSpPr/>
          <p:nvPr/>
        </p:nvSpPr>
        <p:spPr>
          <a:xfrm>
            <a:off x="3801281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61"/>
          <p:cNvSpPr/>
          <p:nvPr/>
        </p:nvSpPr>
        <p:spPr>
          <a:xfrm>
            <a:off x="3801281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61"/>
          <p:cNvSpPr/>
          <p:nvPr/>
        </p:nvSpPr>
        <p:spPr>
          <a:xfrm>
            <a:off x="3801281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61"/>
          <p:cNvSpPr/>
          <p:nvPr/>
        </p:nvSpPr>
        <p:spPr>
          <a:xfrm>
            <a:off x="3801281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61"/>
          <p:cNvSpPr/>
          <p:nvPr/>
        </p:nvSpPr>
        <p:spPr>
          <a:xfrm>
            <a:off x="3801281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61"/>
          <p:cNvSpPr/>
          <p:nvPr/>
        </p:nvSpPr>
        <p:spPr>
          <a:xfrm>
            <a:off x="3801281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61"/>
          <p:cNvSpPr/>
          <p:nvPr/>
        </p:nvSpPr>
        <p:spPr>
          <a:xfrm>
            <a:off x="3801281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61"/>
          <p:cNvSpPr/>
          <p:nvPr/>
        </p:nvSpPr>
        <p:spPr>
          <a:xfrm>
            <a:off x="3801281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61"/>
          <p:cNvSpPr/>
          <p:nvPr/>
        </p:nvSpPr>
        <p:spPr>
          <a:xfrm>
            <a:off x="3801281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05" name="Google Shape;1105;p61"/>
          <p:cNvSpPr/>
          <p:nvPr/>
        </p:nvSpPr>
        <p:spPr>
          <a:xfrm>
            <a:off x="4323638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61"/>
          <p:cNvSpPr/>
          <p:nvPr/>
        </p:nvSpPr>
        <p:spPr>
          <a:xfrm>
            <a:off x="4323638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61"/>
          <p:cNvSpPr/>
          <p:nvPr/>
        </p:nvSpPr>
        <p:spPr>
          <a:xfrm>
            <a:off x="4323638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61"/>
          <p:cNvSpPr/>
          <p:nvPr/>
        </p:nvSpPr>
        <p:spPr>
          <a:xfrm>
            <a:off x="4323638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61"/>
          <p:cNvSpPr/>
          <p:nvPr/>
        </p:nvSpPr>
        <p:spPr>
          <a:xfrm>
            <a:off x="4323638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61"/>
          <p:cNvSpPr/>
          <p:nvPr/>
        </p:nvSpPr>
        <p:spPr>
          <a:xfrm>
            <a:off x="4323638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61"/>
          <p:cNvSpPr/>
          <p:nvPr/>
        </p:nvSpPr>
        <p:spPr>
          <a:xfrm>
            <a:off x="4323638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61"/>
          <p:cNvSpPr/>
          <p:nvPr/>
        </p:nvSpPr>
        <p:spPr>
          <a:xfrm>
            <a:off x="4323638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61"/>
          <p:cNvSpPr/>
          <p:nvPr/>
        </p:nvSpPr>
        <p:spPr>
          <a:xfrm>
            <a:off x="4323638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61"/>
          <p:cNvSpPr/>
          <p:nvPr/>
        </p:nvSpPr>
        <p:spPr>
          <a:xfrm>
            <a:off x="4323638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15" name="Google Shape;1115;p61"/>
          <p:cNvSpPr/>
          <p:nvPr/>
        </p:nvSpPr>
        <p:spPr>
          <a:xfrm>
            <a:off x="4845994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61"/>
          <p:cNvSpPr/>
          <p:nvPr/>
        </p:nvSpPr>
        <p:spPr>
          <a:xfrm>
            <a:off x="4845994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61"/>
          <p:cNvSpPr/>
          <p:nvPr/>
        </p:nvSpPr>
        <p:spPr>
          <a:xfrm>
            <a:off x="4845994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61"/>
          <p:cNvSpPr/>
          <p:nvPr/>
        </p:nvSpPr>
        <p:spPr>
          <a:xfrm>
            <a:off x="4845994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61"/>
          <p:cNvSpPr/>
          <p:nvPr/>
        </p:nvSpPr>
        <p:spPr>
          <a:xfrm>
            <a:off x="4845994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61"/>
          <p:cNvSpPr/>
          <p:nvPr/>
        </p:nvSpPr>
        <p:spPr>
          <a:xfrm>
            <a:off x="4845994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61"/>
          <p:cNvSpPr/>
          <p:nvPr/>
        </p:nvSpPr>
        <p:spPr>
          <a:xfrm>
            <a:off x="4845994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61"/>
          <p:cNvSpPr/>
          <p:nvPr/>
        </p:nvSpPr>
        <p:spPr>
          <a:xfrm>
            <a:off x="4845994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61"/>
          <p:cNvSpPr/>
          <p:nvPr/>
        </p:nvSpPr>
        <p:spPr>
          <a:xfrm>
            <a:off x="4845994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61"/>
          <p:cNvSpPr/>
          <p:nvPr/>
        </p:nvSpPr>
        <p:spPr>
          <a:xfrm>
            <a:off x="4845994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25" name="Google Shape;1125;p61"/>
          <p:cNvSpPr/>
          <p:nvPr/>
        </p:nvSpPr>
        <p:spPr>
          <a:xfrm>
            <a:off x="5368350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61"/>
          <p:cNvSpPr/>
          <p:nvPr/>
        </p:nvSpPr>
        <p:spPr>
          <a:xfrm>
            <a:off x="5368350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61"/>
          <p:cNvSpPr/>
          <p:nvPr/>
        </p:nvSpPr>
        <p:spPr>
          <a:xfrm>
            <a:off x="5368350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61"/>
          <p:cNvSpPr/>
          <p:nvPr/>
        </p:nvSpPr>
        <p:spPr>
          <a:xfrm>
            <a:off x="5368350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61"/>
          <p:cNvSpPr/>
          <p:nvPr/>
        </p:nvSpPr>
        <p:spPr>
          <a:xfrm>
            <a:off x="5368350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61"/>
          <p:cNvSpPr/>
          <p:nvPr/>
        </p:nvSpPr>
        <p:spPr>
          <a:xfrm>
            <a:off x="5368350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61"/>
          <p:cNvSpPr/>
          <p:nvPr/>
        </p:nvSpPr>
        <p:spPr>
          <a:xfrm>
            <a:off x="5368350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61"/>
          <p:cNvSpPr/>
          <p:nvPr/>
        </p:nvSpPr>
        <p:spPr>
          <a:xfrm>
            <a:off x="5368350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61"/>
          <p:cNvSpPr/>
          <p:nvPr/>
        </p:nvSpPr>
        <p:spPr>
          <a:xfrm>
            <a:off x="5368350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61"/>
          <p:cNvSpPr/>
          <p:nvPr/>
        </p:nvSpPr>
        <p:spPr>
          <a:xfrm>
            <a:off x="5368350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35" name="Google Shape;1135;p61"/>
          <p:cNvSpPr txBox="1"/>
          <p:nvPr>
            <p:ph idx="6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36" name="Google Shape;1136;p61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1137" name="Google Shape;1137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6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9" name="Google Shape;1139;p61"/>
          <p:cNvSpPr txBox="1"/>
          <p:nvPr>
            <p:ph idx="7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large pie 1">
  <p:cSld name="CUSTOM_4_11_1">
    <p:bg>
      <p:bgPr>
        <a:solidFill>
          <a:srgbClr val="353535"/>
        </a:solidFill>
      </p:bgPr>
    </p:bg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1" name="Google Shape;1141;p6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2" name="Google Shape;1142;p6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3" name="Google Shape;1143;p62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44" name="Google Shape;1144;p62"/>
          <p:cNvSpPr txBox="1"/>
          <p:nvPr>
            <p:ph idx="2" type="subTitle"/>
          </p:nvPr>
        </p:nvSpPr>
        <p:spPr>
          <a:xfrm>
            <a:off x="665850" y="1947525"/>
            <a:ext cx="2387100" cy="20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145" name="Google Shape;1145;p62"/>
          <p:cNvSpPr txBox="1"/>
          <p:nvPr>
            <p:ph idx="3" type="subTitle"/>
          </p:nvPr>
        </p:nvSpPr>
        <p:spPr>
          <a:xfrm>
            <a:off x="6808678" y="2286319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46" name="Google Shape;1146;p62"/>
          <p:cNvSpPr txBox="1"/>
          <p:nvPr>
            <p:ph idx="4" type="subTitle"/>
          </p:nvPr>
        </p:nvSpPr>
        <p:spPr>
          <a:xfrm>
            <a:off x="7713384" y="2286319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47" name="Google Shape;1147;p62"/>
          <p:cNvSpPr txBox="1"/>
          <p:nvPr>
            <p:ph idx="5" type="subTitle"/>
          </p:nvPr>
        </p:nvSpPr>
        <p:spPr>
          <a:xfrm>
            <a:off x="6808678" y="2881220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48" name="Google Shape;1148;p62"/>
          <p:cNvSpPr txBox="1"/>
          <p:nvPr>
            <p:ph idx="6" type="subTitle"/>
          </p:nvPr>
        </p:nvSpPr>
        <p:spPr>
          <a:xfrm>
            <a:off x="7713384" y="2881220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49" name="Google Shape;1149;p62"/>
          <p:cNvSpPr txBox="1"/>
          <p:nvPr>
            <p:ph idx="7" type="subTitle"/>
          </p:nvPr>
        </p:nvSpPr>
        <p:spPr>
          <a:xfrm>
            <a:off x="6808678" y="3452645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50" name="Google Shape;1150;p62"/>
          <p:cNvSpPr txBox="1"/>
          <p:nvPr>
            <p:ph idx="8" type="subTitle"/>
          </p:nvPr>
        </p:nvSpPr>
        <p:spPr>
          <a:xfrm>
            <a:off x="7713384" y="3452645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51" name="Google Shape;1151;p62"/>
          <p:cNvSpPr txBox="1"/>
          <p:nvPr>
            <p:ph idx="9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52" name="Google Shape;1152;p62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1153" name="Google Shape;1153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6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5" name="Google Shape;1155;p62"/>
          <p:cNvSpPr txBox="1"/>
          <p:nvPr>
            <p:ph idx="13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callouts 1">
  <p:cSld name="CUSTOM_4_13_1">
    <p:bg>
      <p:bgPr>
        <a:solidFill>
          <a:srgbClr val="353535"/>
        </a:solidFill>
      </p:bgPr>
    </p:bg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63"/>
          <p:cNvSpPr txBox="1"/>
          <p:nvPr>
            <p:ph idx="1" type="subTitle"/>
          </p:nvPr>
        </p:nvSpPr>
        <p:spPr>
          <a:xfrm>
            <a:off x="3416662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58" name="Google Shape;1158;p63"/>
          <p:cNvSpPr txBox="1"/>
          <p:nvPr>
            <p:ph idx="2" type="subTitle"/>
          </p:nvPr>
        </p:nvSpPr>
        <p:spPr>
          <a:xfrm>
            <a:off x="5979694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159" name="Google Shape;1159;p6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0" name="Google Shape;1160;p6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1" name="Google Shape;1161;p63"/>
          <p:cNvSpPr txBox="1"/>
          <p:nvPr>
            <p:ph idx="3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62" name="Google Shape;1162;p63"/>
          <p:cNvSpPr txBox="1"/>
          <p:nvPr>
            <p:ph idx="4" type="subTitle"/>
          </p:nvPr>
        </p:nvSpPr>
        <p:spPr>
          <a:xfrm>
            <a:off x="665850" y="1947525"/>
            <a:ext cx="2387100" cy="20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cxnSp>
        <p:nvCxnSpPr>
          <p:cNvPr id="1163" name="Google Shape;1163;p63"/>
          <p:cNvCxnSpPr/>
          <p:nvPr/>
        </p:nvCxnSpPr>
        <p:spPr>
          <a:xfrm>
            <a:off x="5914388" y="2758013"/>
            <a:ext cx="0" cy="1053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64" name="Google Shape;1164;p63"/>
          <p:cNvSpPr txBox="1"/>
          <p:nvPr>
            <p:ph idx="5" type="subTitle"/>
          </p:nvPr>
        </p:nvSpPr>
        <p:spPr>
          <a:xfrm>
            <a:off x="3465563" y="2758041"/>
            <a:ext cx="22122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65" name="Google Shape;1165;p63"/>
          <p:cNvSpPr txBox="1"/>
          <p:nvPr>
            <p:ph idx="6" type="subTitle"/>
          </p:nvPr>
        </p:nvSpPr>
        <p:spPr>
          <a:xfrm>
            <a:off x="3465563" y="3124959"/>
            <a:ext cx="22122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66" name="Google Shape;1166;p63"/>
          <p:cNvSpPr txBox="1"/>
          <p:nvPr>
            <p:ph idx="7" type="subTitle"/>
          </p:nvPr>
        </p:nvSpPr>
        <p:spPr>
          <a:xfrm>
            <a:off x="6038381" y="2758041"/>
            <a:ext cx="22122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67" name="Google Shape;1167;p63"/>
          <p:cNvSpPr txBox="1"/>
          <p:nvPr>
            <p:ph idx="8" type="subTitle"/>
          </p:nvPr>
        </p:nvSpPr>
        <p:spPr>
          <a:xfrm>
            <a:off x="6038381" y="3124959"/>
            <a:ext cx="22122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68" name="Google Shape;1168;p63"/>
          <p:cNvSpPr txBox="1"/>
          <p:nvPr>
            <p:ph idx="9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69" name="Google Shape;1169;p63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1170" name="Google Shape;1170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6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2" name="Google Shape;1172;p63"/>
          <p:cNvSpPr txBox="1"/>
          <p:nvPr>
            <p:ph idx="13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hree callouts 1">
  <p:cSld name="CUSTOM_4_14_1">
    <p:bg>
      <p:bgPr>
        <a:solidFill>
          <a:srgbClr val="353535"/>
        </a:solidFill>
      </p:bgPr>
    </p:bg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64"/>
          <p:cNvSpPr txBox="1"/>
          <p:nvPr>
            <p:ph idx="1" type="subTitle"/>
          </p:nvPr>
        </p:nvSpPr>
        <p:spPr>
          <a:xfrm>
            <a:off x="756675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175" name="Google Shape;1175;p64"/>
          <p:cNvSpPr txBox="1"/>
          <p:nvPr>
            <p:ph idx="2" type="subTitle"/>
          </p:nvPr>
        </p:nvSpPr>
        <p:spPr>
          <a:xfrm>
            <a:off x="3441488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76" name="Google Shape;1176;p64"/>
          <p:cNvSpPr txBox="1"/>
          <p:nvPr>
            <p:ph idx="3" type="subTitle"/>
          </p:nvPr>
        </p:nvSpPr>
        <p:spPr>
          <a:xfrm>
            <a:off x="6126263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1177" name="Google Shape;1177;p6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8" name="Google Shape;1178;p6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9" name="Google Shape;1179;p64"/>
          <p:cNvSpPr txBox="1"/>
          <p:nvPr>
            <p:ph idx="4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1180" name="Google Shape;1180;p64"/>
          <p:cNvCxnSpPr/>
          <p:nvPr/>
        </p:nvCxnSpPr>
        <p:spPr>
          <a:xfrm>
            <a:off x="3229609" y="1995769"/>
            <a:ext cx="0" cy="191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181" name="Google Shape;1181;p64"/>
          <p:cNvCxnSpPr/>
          <p:nvPr/>
        </p:nvCxnSpPr>
        <p:spPr>
          <a:xfrm>
            <a:off x="5914384" y="1995769"/>
            <a:ext cx="0" cy="191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82" name="Google Shape;1182;p64"/>
          <p:cNvSpPr txBox="1"/>
          <p:nvPr>
            <p:ph idx="5" type="subTitle"/>
          </p:nvPr>
        </p:nvSpPr>
        <p:spPr>
          <a:xfrm>
            <a:off x="3351225" y="2757900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83" name="Google Shape;1183;p64"/>
          <p:cNvSpPr txBox="1"/>
          <p:nvPr>
            <p:ph idx="6" type="subTitle"/>
          </p:nvPr>
        </p:nvSpPr>
        <p:spPr>
          <a:xfrm>
            <a:off x="3351300" y="3124819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84" name="Google Shape;1184;p64"/>
          <p:cNvSpPr txBox="1"/>
          <p:nvPr>
            <p:ph idx="7" type="subTitle"/>
          </p:nvPr>
        </p:nvSpPr>
        <p:spPr>
          <a:xfrm>
            <a:off x="6036000" y="2757900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85" name="Google Shape;1185;p64"/>
          <p:cNvSpPr txBox="1"/>
          <p:nvPr>
            <p:ph idx="8" type="subTitle"/>
          </p:nvPr>
        </p:nvSpPr>
        <p:spPr>
          <a:xfrm>
            <a:off x="6036075" y="3124819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86" name="Google Shape;1186;p64"/>
          <p:cNvSpPr txBox="1"/>
          <p:nvPr>
            <p:ph idx="9" type="subTitle"/>
          </p:nvPr>
        </p:nvSpPr>
        <p:spPr>
          <a:xfrm>
            <a:off x="666450" y="2757900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87" name="Google Shape;1187;p64"/>
          <p:cNvSpPr txBox="1"/>
          <p:nvPr>
            <p:ph idx="13" type="subTitle"/>
          </p:nvPr>
        </p:nvSpPr>
        <p:spPr>
          <a:xfrm>
            <a:off x="666525" y="3124819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88" name="Google Shape;1188;p64"/>
          <p:cNvSpPr txBox="1"/>
          <p:nvPr>
            <p:ph idx="14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89" name="Google Shape;1189;p64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1190" name="Google Shape;1190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6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2" name="Google Shape;1192;p64"/>
          <p:cNvSpPr txBox="1"/>
          <p:nvPr>
            <p:ph idx="15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horizontal 1">
  <p:cSld name="CUSTOM_4_15_1">
    <p:bg>
      <p:bgPr>
        <a:solidFill>
          <a:srgbClr val="353535"/>
        </a:solidFill>
      </p:bgPr>
    </p:bg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4" name="Google Shape;1194;p6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5" name="Google Shape;1195;p6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6" name="Google Shape;1196;p65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97" name="Google Shape;1197;p65"/>
          <p:cNvSpPr txBox="1"/>
          <p:nvPr>
            <p:ph idx="2" type="subTitle"/>
          </p:nvPr>
        </p:nvSpPr>
        <p:spPr>
          <a:xfrm>
            <a:off x="1531819" y="1873120"/>
            <a:ext cx="15801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98" name="Google Shape;1198;p65"/>
          <p:cNvSpPr txBox="1"/>
          <p:nvPr>
            <p:ph idx="3" type="subTitle"/>
          </p:nvPr>
        </p:nvSpPr>
        <p:spPr>
          <a:xfrm>
            <a:off x="1531819" y="2177606"/>
            <a:ext cx="1580100" cy="5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99" name="Google Shape;1199;p65"/>
          <p:cNvSpPr txBox="1"/>
          <p:nvPr>
            <p:ph idx="4" type="subTitle"/>
          </p:nvPr>
        </p:nvSpPr>
        <p:spPr>
          <a:xfrm>
            <a:off x="1197356" y="3302681"/>
            <a:ext cx="732000" cy="1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00" name="Google Shape;1200;p65"/>
          <p:cNvSpPr txBox="1"/>
          <p:nvPr>
            <p:ph idx="5" type="subTitle"/>
          </p:nvPr>
        </p:nvSpPr>
        <p:spPr>
          <a:xfrm>
            <a:off x="2459231" y="2919383"/>
            <a:ext cx="732000" cy="1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01" name="Google Shape;1201;p65"/>
          <p:cNvSpPr txBox="1"/>
          <p:nvPr>
            <p:ph idx="6" type="subTitle"/>
          </p:nvPr>
        </p:nvSpPr>
        <p:spPr>
          <a:xfrm>
            <a:off x="1285069" y="3564541"/>
            <a:ext cx="15801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02" name="Google Shape;1202;p65"/>
          <p:cNvSpPr txBox="1"/>
          <p:nvPr>
            <p:ph idx="7" type="subTitle"/>
          </p:nvPr>
        </p:nvSpPr>
        <p:spPr>
          <a:xfrm>
            <a:off x="1285069" y="3869028"/>
            <a:ext cx="1580100" cy="5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03" name="Google Shape;1203;p65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04" name="Google Shape;1204;p65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1205" name="Google Shape;1205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6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7" name="Google Shape;1207;p65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1 1">
  <p:cSld name="CUSTOM_4_28"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66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210" name="Google Shape;1210;p66"/>
          <p:cNvSpPr txBox="1"/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cxnSp>
        <p:nvCxnSpPr>
          <p:cNvPr id="1211" name="Google Shape;1211;p6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2" name="Google Shape;1212;p6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3" name="Google Shape;1213;p6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14" name="Google Shape;1214;p6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66"/>
          <p:cNvSpPr txBox="1"/>
          <p:nvPr>
            <p:ph idx="2" type="subTitle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16" name="Google Shape;1216;p66"/>
          <p:cNvSpPr txBox="1"/>
          <p:nvPr>
            <p:ph idx="3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219" name="Google Shape;1219;p6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14">
  <p:cSld name="CUSTOM_4_17_3"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68"/>
          <p:cNvSpPr txBox="1"/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222" name="Google Shape;1222;p6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3" name="Google Shape;1223;p6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24" name="Google Shape;1224;p6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1 1 1">
  <p:cSld name="CUSTOM_4_19_2"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69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227" name="Google Shape;1227;p69"/>
          <p:cNvSpPr txBox="1"/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cxnSp>
        <p:nvCxnSpPr>
          <p:cNvPr id="1228" name="Google Shape;1228;p6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6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30" name="Google Shape;1230;p6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p69"/>
          <p:cNvSpPr txBox="1"/>
          <p:nvPr>
            <p:ph idx="2" type="subTitle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32" name="Google Shape;1232;p6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6ths and 3rds Sophie">
  <p:cSld name="Blank 6ths and 3rds Sophie"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81JS7oOyvtB4cCuWdwQlnS0VheDG5D0-a5c2frRRGQB0UI49fwMk4X_mmcvyxxlEV7ORPZWP_0Xpu49-ICpDP9blo9Vf9G33awW6kuBkPhiNYB44F1BYHAUR60FS-l3DW0nszQ_7hqA.png" id="1234" name="Google Shape;1234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4880" y="4770470"/>
            <a:ext cx="801945" cy="189694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7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14 1">
  <p:cSld name="CUSTOM_4_17_4"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71"/>
          <p:cNvSpPr txBox="1"/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238" name="Google Shape;1238;p7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39" name="Google Shape;1239;p71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7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7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2 1">
  <p:cSld name="CUSTOM_4_100"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73"/>
          <p:cNvSpPr txBox="1"/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245" name="Google Shape;1245;p7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6" name="Google Shape;1246;p73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cxnSp>
        <p:nvCxnSpPr>
          <p:cNvPr id="1247" name="Google Shape;1247;p73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8" name="Google Shape;1248;p7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9" name="Google Shape;1249;p73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1 1">
  <p:cSld name="CUSTOM_4_2_4"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74"/>
          <p:cNvSpPr txBox="1"/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252" name="Google Shape;1252;p7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3" name="Google Shape;1253;p7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4" name="Google Shape;1254;p7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55" name="Google Shape;1255;p7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3">
  <p:cSld name="CUSTOM_4_101"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75"/>
          <p:cNvSpPr txBox="1"/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258" name="Google Shape;1258;p7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9" name="Google Shape;1259;p75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cxnSp>
        <p:nvCxnSpPr>
          <p:cNvPr id="1260" name="Google Shape;1260;p7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61" name="Google Shape;1261;p75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7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4">
  <p:cSld name="CUSTOM_4_102"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76"/>
          <p:cNvSpPr txBox="1"/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265" name="Google Shape;1265;p7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6" name="Google Shape;1266;p76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cxnSp>
        <p:nvCxnSpPr>
          <p:cNvPr id="1267" name="Google Shape;1267;p7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68" name="Google Shape;1268;p7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269" name="Google Shape;1269;p7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2">
  <p:cSld name="CUSTOM_4_21_1"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77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22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272" name="Google Shape;1272;p77"/>
          <p:cNvSpPr txBox="1"/>
          <p:nvPr>
            <p:ph type="title"/>
          </p:nvPr>
        </p:nvSpPr>
        <p:spPr>
          <a:xfrm>
            <a:off x="663788" y="425213"/>
            <a:ext cx="78165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cxnSp>
        <p:nvCxnSpPr>
          <p:cNvPr id="1273" name="Google Shape;1273;p7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4" name="Google Shape;1274;p77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5" name="Google Shape;1275;p7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6" name="Google Shape;1276;p77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705" cy="171048"/>
          </a:xfrm>
          <a:prstGeom prst="rect">
            <a:avLst/>
          </a:prstGeom>
          <a:noFill/>
          <a:ln>
            <a:noFill/>
          </a:ln>
        </p:spPr>
      </p:pic>
      <p:sp>
        <p:nvSpPr>
          <p:cNvPr id="1277" name="Google Shape;1277;p77"/>
          <p:cNvSpPr txBox="1"/>
          <p:nvPr>
            <p:ph idx="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2 1">
  <p:cSld name="CUSTOM_4_21_2"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78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22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280" name="Google Shape;1280;p78"/>
          <p:cNvSpPr txBox="1"/>
          <p:nvPr>
            <p:ph type="title"/>
          </p:nvPr>
        </p:nvSpPr>
        <p:spPr>
          <a:xfrm>
            <a:off x="663788" y="425213"/>
            <a:ext cx="78165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cxnSp>
        <p:nvCxnSpPr>
          <p:cNvPr id="1281" name="Google Shape;1281;p7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2" name="Google Shape;1282;p78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3" name="Google Shape;1283;p7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705" cy="171048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7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2 2">
  <p:cSld name="CUSTOM_4_21_3"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79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22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287" name="Google Shape;1287;p79"/>
          <p:cNvSpPr txBox="1"/>
          <p:nvPr>
            <p:ph type="title"/>
          </p:nvPr>
        </p:nvSpPr>
        <p:spPr>
          <a:xfrm>
            <a:off x="663788" y="425213"/>
            <a:ext cx="78165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cxnSp>
        <p:nvCxnSpPr>
          <p:cNvPr id="1288" name="Google Shape;1288;p7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9" name="Google Shape;1289;p79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90" name="Google Shape;1290;p7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705" cy="171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3">
  <p:cSld name="CUSTOM_4_103"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80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293" name="Google Shape;1293;p80"/>
          <p:cNvSpPr txBox="1"/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cxnSp>
        <p:nvCxnSpPr>
          <p:cNvPr id="1294" name="Google Shape;1294;p8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5" name="Google Shape;1295;p8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96" name="Google Shape;1296;p80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80"/>
          <p:cNvSpPr txBox="1"/>
          <p:nvPr>
            <p:ph idx="2" type="subTitle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98" name="Google Shape;1298;p8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1 1 2">
  <p:cSld name="CUSTOM_4_21_4"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81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301" name="Google Shape;1301;p8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2" name="Google Shape;1302;p81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3" name="Google Shape;1303;p8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04" name="Google Shape;1304;p81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305" name="Google Shape;1305;p81"/>
          <p:cNvSpPr txBox="1"/>
          <p:nvPr>
            <p:ph idx="2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6" name="Google Shape;1306;p81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307" name="Google Shape;1307;p81"/>
          <p:cNvSpPr txBox="1"/>
          <p:nvPr>
            <p:ph idx="3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1 2">
  <p:cSld name="CUSTOM_4_23_1"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82"/>
          <p:cNvSpPr txBox="1"/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310" name="Google Shape;1310;p8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1" name="Google Shape;1311;p82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cxnSp>
        <p:nvCxnSpPr>
          <p:cNvPr id="1312" name="Google Shape;1312;p82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3" name="Google Shape;1313;p8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4" name="Google Shape;1314;p82"/>
          <p:cNvSpPr txBox="1"/>
          <p:nvPr/>
        </p:nvSpPr>
        <p:spPr>
          <a:xfrm>
            <a:off x="7551023" y="202377"/>
            <a:ext cx="12144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STRICTLY INTERNAL ONLY</a:t>
            </a:r>
            <a:endParaRPr b="1" sz="5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1315" name="Google Shape;1315;p82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82"/>
          <p:cNvSpPr txBox="1"/>
          <p:nvPr>
            <p:ph idx="2" type="subTitle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 3">
  <p:cSld name="CUSTOM_4_3_4"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8" name="Google Shape;1318;p8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9" name="Google Shape;1319;p83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0" name="Google Shape;1320;p8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21" name="Google Shape;1321;p83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p83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23" name="Google Shape;1323;p83"/>
          <p:cNvSpPr txBox="1"/>
          <p:nvPr>
            <p:ph idx="2" type="subTitle"/>
          </p:nvPr>
        </p:nvSpPr>
        <p:spPr>
          <a:xfrm>
            <a:off x="3351225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24" name="Google Shape;1324;p83"/>
          <p:cNvSpPr txBox="1"/>
          <p:nvPr>
            <p:ph idx="3" type="subTitle"/>
          </p:nvPr>
        </p:nvSpPr>
        <p:spPr>
          <a:xfrm>
            <a:off x="3351300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1325" name="Google Shape;1325;p83"/>
          <p:cNvSpPr txBox="1"/>
          <p:nvPr>
            <p:ph idx="4" type="subTitle"/>
          </p:nvPr>
        </p:nvSpPr>
        <p:spPr>
          <a:xfrm>
            <a:off x="6036000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26" name="Google Shape;1326;p83"/>
          <p:cNvSpPr txBox="1"/>
          <p:nvPr>
            <p:ph idx="5" type="subTitle"/>
          </p:nvPr>
        </p:nvSpPr>
        <p:spPr>
          <a:xfrm>
            <a:off x="6036075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1327" name="Google Shape;1327;p83"/>
          <p:cNvSpPr txBox="1"/>
          <p:nvPr>
            <p:ph idx="6" type="subTitle"/>
          </p:nvPr>
        </p:nvSpPr>
        <p:spPr>
          <a:xfrm>
            <a:off x="666450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28" name="Google Shape;1328;p83"/>
          <p:cNvSpPr txBox="1"/>
          <p:nvPr>
            <p:ph idx="7" type="subTitle"/>
          </p:nvPr>
        </p:nvSpPr>
        <p:spPr>
          <a:xfrm>
            <a:off x="666525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1329" name="Google Shape;1329;p83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30" name="Google Shape;1330;p83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331" name="Google Shape;1331;p83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3 1">
  <p:cSld name="CUSTOM_4_22_1"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84"/>
          <p:cNvSpPr txBox="1"/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334" name="Google Shape;1334;p8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5" name="Google Shape;1335;p84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cxnSp>
        <p:nvCxnSpPr>
          <p:cNvPr id="1336" name="Google Shape;1336;p84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7" name="Google Shape;1337;p8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38" name="Google Shape;1338;p8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339" name="Google Shape;1339;p84"/>
          <p:cNvSpPr txBox="1"/>
          <p:nvPr>
            <p:ph idx="2" type="subTitle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13">
  <p:cSld name="CUSTOM_4_97"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85"/>
          <p:cNvSpPr txBox="1"/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342" name="Google Shape;1342;p8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3" name="Google Shape;1343;p85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cxnSp>
        <p:nvCxnSpPr>
          <p:cNvPr id="1344" name="Google Shape;1344;p8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5" name="Google Shape;1345;p8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6" name="Google Shape;1346;p85"/>
          <p:cNvSpPr txBox="1"/>
          <p:nvPr/>
        </p:nvSpPr>
        <p:spPr>
          <a:xfrm>
            <a:off x="7551023" y="202377"/>
            <a:ext cx="12144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>
                <a:solidFill>
                  <a:srgbClr val="666666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500">
              <a:solidFill>
                <a:srgbClr val="666666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pic>
        <p:nvPicPr>
          <p:cNvPr id="1347" name="Google Shape;1347;p85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85"/>
          <p:cNvSpPr txBox="1"/>
          <p:nvPr>
            <p:ph idx="2" type="subTitle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(1 Line) &amp; 1 Col">
  <p:cSld name="Title (1 Line) &amp; 1 Col"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86"/>
          <p:cNvSpPr txBox="1"/>
          <p:nvPr>
            <p:ph idx="1" type="body"/>
          </p:nvPr>
        </p:nvSpPr>
        <p:spPr>
          <a:xfrm>
            <a:off x="541877" y="1108071"/>
            <a:ext cx="80601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Char char="▪"/>
              <a:defRPr/>
            </a:lvl1pPr>
            <a:lvl2pPr indent="-317500" lvl="1" marL="91440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351" name="Google Shape;1351;p86"/>
          <p:cNvSpPr txBox="1"/>
          <p:nvPr>
            <p:ph type="title"/>
          </p:nvPr>
        </p:nvSpPr>
        <p:spPr>
          <a:xfrm>
            <a:off x="541877" y="483394"/>
            <a:ext cx="806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000">
                <a:solidFill>
                  <a:srgbClr val="000000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 1 1">
  <p:cSld name="CUSTOM_4_2_3_1"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53" name="Google Shape;1353;p8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4" name="Google Shape;1354;p87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5" name="Google Shape;1355;p8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6" name="Google Shape;1356;p87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357" name="Google Shape;1357;p87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58" name="Google Shape;1358;p87"/>
          <p:cNvSpPr txBox="1"/>
          <p:nvPr>
            <p:ph idx="2" type="subTitle"/>
          </p:nvPr>
        </p:nvSpPr>
        <p:spPr>
          <a:xfrm>
            <a:off x="4246556" y="1904438"/>
            <a:ext cx="4114800" cy="237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3000"/>
              </a:lnSpc>
              <a:spcBef>
                <a:spcPts val="1500"/>
              </a:spcBef>
              <a:spcAft>
                <a:spcPts val="1500"/>
              </a:spcAft>
              <a:buNone/>
              <a:defRPr/>
            </a:lvl9pPr>
          </a:lstStyle>
          <a:p/>
        </p:txBody>
      </p:sp>
      <p:sp>
        <p:nvSpPr>
          <p:cNvPr id="1359" name="Google Shape;1359;p87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60" name="Google Shape;1360;p87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361" name="Google Shape;1361;p87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62" name="Google Shape;1362;p87"/>
          <p:cNvSpPr txBox="1"/>
          <p:nvPr/>
        </p:nvSpPr>
        <p:spPr>
          <a:xfrm>
            <a:off x="7634500" y="250200"/>
            <a:ext cx="139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84" Type="http://schemas.openxmlformats.org/officeDocument/2006/relationships/slideLayout" Target="../slideLayouts/slideLayout84.xml"/><Relationship Id="rId83" Type="http://schemas.openxmlformats.org/officeDocument/2006/relationships/slideLayout" Target="../slideLayouts/slideLayout83.xml"/><Relationship Id="rId42" Type="http://schemas.openxmlformats.org/officeDocument/2006/relationships/slideLayout" Target="../slideLayouts/slideLayout42.xml"/><Relationship Id="rId86" Type="http://schemas.openxmlformats.org/officeDocument/2006/relationships/slideLayout" Target="../slideLayouts/slideLayout86.xml"/><Relationship Id="rId41" Type="http://schemas.openxmlformats.org/officeDocument/2006/relationships/slideLayout" Target="../slideLayouts/slideLayout41.xml"/><Relationship Id="rId85" Type="http://schemas.openxmlformats.org/officeDocument/2006/relationships/slideLayout" Target="../slideLayouts/slideLayout8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87" Type="http://schemas.openxmlformats.org/officeDocument/2006/relationships/theme" Target="../theme/theme2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80" Type="http://schemas.openxmlformats.org/officeDocument/2006/relationships/slideLayout" Target="../slideLayouts/slideLayout80.xml"/><Relationship Id="rId82" Type="http://schemas.openxmlformats.org/officeDocument/2006/relationships/slideLayout" Target="../slideLayouts/slideLayout82.xml"/><Relationship Id="rId81" Type="http://schemas.openxmlformats.org/officeDocument/2006/relationships/slideLayout" Target="../slideLayouts/slideLayout8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31.xml"/><Relationship Id="rId75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30.xml"/><Relationship Id="rId74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33.xml"/><Relationship Id="rId77" Type="http://schemas.openxmlformats.org/officeDocument/2006/relationships/slideLayout" Target="../slideLayouts/slideLayout77.xml"/><Relationship Id="rId32" Type="http://schemas.openxmlformats.org/officeDocument/2006/relationships/slideLayout" Target="../slideLayouts/slideLayout32.xml"/><Relationship Id="rId76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35.xml"/><Relationship Id="rId79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34.xml"/><Relationship Id="rId78" Type="http://schemas.openxmlformats.org/officeDocument/2006/relationships/slideLayout" Target="../slideLayouts/slideLayout78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66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21.xml"/><Relationship Id="rId65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24.xml"/><Relationship Id="rId68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23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69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ed Hat Display"/>
              <a:buChar char="▸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17500" lvl="1" marL="91440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Red Hat Display"/>
              <a:buChar char="･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17500" lvl="2" marL="137160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Red Hat Display"/>
              <a:buChar char="･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17500" lvl="3" marL="182880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Red Hat Display"/>
              <a:buChar char="･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17500" lvl="4" marL="228600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Red Hat Display"/>
              <a:buChar char="･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17500" lvl="5" marL="274320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Red Hat Display"/>
              <a:buChar char="･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17500" lvl="6" marL="320040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Red Hat Display"/>
              <a:buChar char="･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17500" lvl="7" marL="365760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Red Hat Display"/>
              <a:buChar char="･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17500" lvl="8" marL="4114800" rtl="0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Font typeface="Red Hat Display"/>
              <a:buChar char="･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  <p:sldLayoutId id="2147483729" r:id="rId82"/>
    <p:sldLayoutId id="2147483730" r:id="rId83"/>
    <p:sldLayoutId id="2147483731" r:id="rId84"/>
    <p:sldLayoutId id="2147483732" r:id="rId85"/>
    <p:sldLayoutId id="2147483733" r:id="rId8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5.png"/><Relationship Id="rId4" Type="http://schemas.openxmlformats.org/officeDocument/2006/relationships/image" Target="../media/image4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88"/>
          <p:cNvSpPr txBox="1"/>
          <p:nvPr>
            <p:ph type="title"/>
          </p:nvPr>
        </p:nvSpPr>
        <p:spPr>
          <a:xfrm>
            <a:off x="632050" y="1383925"/>
            <a:ext cx="8101500" cy="120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68" name="Google Shape;1368;p88"/>
          <p:cNvSpPr txBox="1"/>
          <p:nvPr>
            <p:ph idx="2" type="subTitle"/>
          </p:nvPr>
        </p:nvSpPr>
        <p:spPr>
          <a:xfrm>
            <a:off x="2475975" y="3209175"/>
            <a:ext cx="1861200" cy="87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Bryon Baker</a:t>
            </a:r>
            <a:endParaRPr sz="1100"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Specialist Solution Architect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 Hat, Melbourne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brbaker@redhat.com</a:t>
            </a:r>
            <a:endParaRPr/>
          </a:p>
        </p:txBody>
      </p:sp>
      <p:sp>
        <p:nvSpPr>
          <p:cNvPr id="1369" name="Google Shape;1369;p88"/>
          <p:cNvSpPr txBox="1"/>
          <p:nvPr/>
        </p:nvSpPr>
        <p:spPr>
          <a:xfrm>
            <a:off x="501400" y="4709525"/>
            <a:ext cx="84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9999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</a:t>
            </a:r>
            <a:r>
              <a:rPr lang="en" sz="800">
                <a:solidFill>
                  <a:srgbClr val="99999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1.4</a:t>
            </a:r>
            <a:endParaRPr sz="800">
              <a:solidFill>
                <a:srgbClr val="999999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370" name="Google Shape;1370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75" y="178527"/>
            <a:ext cx="2349733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1" name="Google Shape;1371;p88" title="Bryon - headshot (1).png"/>
          <p:cNvPicPr preferRelativeResize="0"/>
          <p:nvPr/>
        </p:nvPicPr>
        <p:blipFill rotWithShape="1">
          <a:blip r:embed="rId4">
            <a:alphaModFix/>
          </a:blip>
          <a:srcRect b="6737" l="18966" r="24299" t="7116"/>
          <a:stretch/>
        </p:blipFill>
        <p:spPr>
          <a:xfrm>
            <a:off x="970982" y="3075681"/>
            <a:ext cx="1003200" cy="114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8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9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2" name="Google Shape;1382;p90"/>
          <p:cNvSpPr txBox="1"/>
          <p:nvPr>
            <p:ph idx="1" type="subTitle"/>
          </p:nvPr>
        </p:nvSpPr>
        <p:spPr>
          <a:xfrm>
            <a:off x="1562794" y="2484919"/>
            <a:ext cx="3036000" cy="7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ed Hat Display"/>
                <a:ea typeface="Red Hat Display"/>
                <a:cs typeface="Red Hat Display"/>
                <a:sym typeface="Red Hat Display"/>
              </a:rPr>
              <a:t>Red Hat is the world’s leading provider of enterprise open source software solutions. Award-winning support, training, and consulting services make </a:t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ed Hat Display"/>
                <a:ea typeface="Red Hat Display"/>
                <a:cs typeface="Red Hat Display"/>
                <a:sym typeface="Red Hat Display"/>
              </a:rPr>
              <a:t>Red Hat a trusted adviser to the Fortune 500. </a:t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83" name="Google Shape;1383;p90"/>
          <p:cNvSpPr txBox="1"/>
          <p:nvPr>
            <p:ph type="title"/>
          </p:nvPr>
        </p:nvSpPr>
        <p:spPr>
          <a:xfrm>
            <a:off x="1562906" y="1395225"/>
            <a:ext cx="3678900" cy="634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Thank you</a:t>
            </a:r>
            <a:endParaRPr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d Hat -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EE0000"/>
      </a:accent1>
      <a:accent2>
        <a:srgbClr val="CC0000"/>
      </a:accent2>
      <a:accent3>
        <a:srgbClr val="A30000"/>
      </a:accent3>
      <a:accent4>
        <a:srgbClr val="820000"/>
      </a:accent4>
      <a:accent5>
        <a:srgbClr val="BFBFBF"/>
      </a:accent5>
      <a:accent6>
        <a:srgbClr val="808080"/>
      </a:accent6>
      <a:hlink>
        <a:srgbClr val="EE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