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34" r:id="rId4"/>
  </p:sldMasterIdLst>
  <p:notesMasterIdLst>
    <p:notesMasterId r:id="rId5"/>
  </p:notesMasterIdLst>
  <p:sldIdLst>
    <p:sldId id="256" r:id="rId8"/>
    <p:sldId id="257" r:id="rId7"/>
    <p:sldId id="258" r:id="rId6"/>
    <p:sldId id="259" r:id="rId37"/>
    <p:sldId id="260" r:id="rId38"/>
    <p:sldId id="261" r:id="rId39"/>
    <p:sldId id="262" r:id="rId40"/>
    <p:sldId id="263" r:id="rId41"/>
    <p:sldId id="264" r:id="rId42"/>
    <p:sldId id="265" r:id="rId43"/>
    <p:sldId id="266" r:id="rId44"/>
    <p:sldId id="267" r:id="rId45"/>
    <p:sldId id="268" r:id="rId46"/>
    <p:sldId id="269" r:id="rId47"/>
    <p:sldId id="270" r:id="rId48"/>
    <p:sldId id="271" r:id="rId49"/>
    <p:sldId id="272" r:id="rId50"/>
    <p:sldId id="273" r:id="rId51"/>
    <p:sldId id="274" r:id="rId52"/>
  </p:sldIdLst>
  <p:sldSz cy="5143500" cx="9144000"/>
  <p:notesSz cx="6858000" cy="9144000"/>
  <p:embeddedFontLst>
    <p:embeddedFont>
      <p:font typeface="Red Hat Text Medium"/>
      <p:regular r:id="rId9"/>
      <p:bold r:id="rId10"/>
      <p:italic r:id="rId11"/>
      <p:boldItalic r:id="rId12"/>
    </p:embeddedFont>
    <p:embeddedFont>
      <p:font typeface="Red Hat Display Medium"/>
      <p:regular r:id="rId13"/>
      <p:bold r:id="rId14"/>
      <p:italic r:id="rId15"/>
      <p:boldItalic r:id="rId16"/>
    </p:embeddedFont>
    <p:embeddedFont>
      <p:font typeface="Overpass"/>
      <p:regular r:id="rId17"/>
      <p:bold r:id="rId18"/>
      <p:italic r:id="rId19"/>
      <p:boldItalic r:id="rId20"/>
    </p:embeddedFont>
    <p:embeddedFont>
      <p:font typeface="Red Hat Display"/>
      <p:regular r:id="rId21"/>
      <p:bold r:id="rId22"/>
      <p:italic r:id="rId23"/>
      <p:boldItalic r:id="rId24"/>
    </p:embeddedFont>
    <p:embeddedFont>
      <p:font typeface="Overpass Light"/>
      <p:regular r:id="rId25"/>
      <p:bold r:id="rId26"/>
      <p:italic r:id="rId27"/>
      <p:boldItalic r:id="rId28"/>
    </p:embeddedFont>
    <p:embeddedFont>
      <p:font typeface="Overpass SemiBold"/>
      <p:regular r:id="rId29"/>
      <p:bold r:id="rId30"/>
      <p:italic r:id="rId31"/>
      <p:boldItalic r:id="rId32"/>
    </p:embeddedFont>
    <p:embeddedFont>
      <p:font typeface="Red Hat Text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pos="418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  <p:guide pos="418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3.xml"/><Relationship Id="rId7" Type="http://schemas.openxmlformats.org/officeDocument/2006/relationships/slide" Target="slides/slide2.xml"/><Relationship Id="rId8" Type="http://schemas.openxmlformats.org/officeDocument/2006/relationships/slide" Target="slides/slide1.xml"/><Relationship Id="rId9" Type="http://schemas.openxmlformats.org/officeDocument/2006/relationships/font" Target="fonts/RedHatTextMedium-regular.fntdata"/><Relationship Id="rId10" Type="http://schemas.openxmlformats.org/officeDocument/2006/relationships/font" Target="fonts/RedHatTextMedium-bold.fntdata"/><Relationship Id="rId11" Type="http://schemas.openxmlformats.org/officeDocument/2006/relationships/font" Target="fonts/RedHatTextMedium-italic.fntdata"/><Relationship Id="rId12" Type="http://schemas.openxmlformats.org/officeDocument/2006/relationships/font" Target="fonts/RedHatTextMedium-boldItalic.fntdata"/><Relationship Id="rId13" Type="http://schemas.openxmlformats.org/officeDocument/2006/relationships/font" Target="fonts/RedHatDisplayMedium-regular.fntdata"/><Relationship Id="rId14" Type="http://schemas.openxmlformats.org/officeDocument/2006/relationships/font" Target="fonts/RedHatDisplayMedium-bold.fntdata"/><Relationship Id="rId15" Type="http://schemas.openxmlformats.org/officeDocument/2006/relationships/font" Target="fonts/RedHatDisplayMedium-italic.fntdata"/><Relationship Id="rId16" Type="http://schemas.openxmlformats.org/officeDocument/2006/relationships/font" Target="fonts/RedHatDisplayMedium-boldItalic.fntdata"/><Relationship Id="rId17" Type="http://schemas.openxmlformats.org/officeDocument/2006/relationships/font" Target="fonts/Overpass-regular.fntdata"/><Relationship Id="rId18" Type="http://schemas.openxmlformats.org/officeDocument/2006/relationships/font" Target="fonts/Overpass-bold.fntdata"/><Relationship Id="rId19" Type="http://schemas.openxmlformats.org/officeDocument/2006/relationships/font" Target="fonts/Overpass-italic.fntdata"/><Relationship Id="rId20" Type="http://schemas.openxmlformats.org/officeDocument/2006/relationships/font" Target="fonts/Overpass-boldItalic.fntdata"/><Relationship Id="rId21" Type="http://schemas.openxmlformats.org/officeDocument/2006/relationships/font" Target="fonts/RedHatDisplay-regular.fntdata"/><Relationship Id="rId22" Type="http://schemas.openxmlformats.org/officeDocument/2006/relationships/font" Target="fonts/RedHatDisplay-bold.fntdata"/><Relationship Id="rId23" Type="http://schemas.openxmlformats.org/officeDocument/2006/relationships/font" Target="fonts/RedHatDisplay-italic.fntdata"/><Relationship Id="rId24" Type="http://schemas.openxmlformats.org/officeDocument/2006/relationships/font" Target="fonts/RedHatDisplay-boldItalic.fntdata"/><Relationship Id="rId25" Type="http://schemas.openxmlformats.org/officeDocument/2006/relationships/font" Target="fonts/OverpassLight-regular.fntdata"/><Relationship Id="rId26" Type="http://schemas.openxmlformats.org/officeDocument/2006/relationships/font" Target="fonts/OverpassLight-bold.fntdata"/><Relationship Id="rId27" Type="http://schemas.openxmlformats.org/officeDocument/2006/relationships/font" Target="fonts/OverpassLight-italic.fntdata"/><Relationship Id="rId28" Type="http://schemas.openxmlformats.org/officeDocument/2006/relationships/font" Target="fonts/OverpassLight-boldItalic.fntdata"/><Relationship Id="rId29" Type="http://schemas.openxmlformats.org/officeDocument/2006/relationships/font" Target="fonts/OverpassSemiBold-regular.fntdata"/><Relationship Id="rId30" Type="http://schemas.openxmlformats.org/officeDocument/2006/relationships/font" Target="fonts/OverpassSemiBold-bold.fntdata"/><Relationship Id="rId31" Type="http://schemas.openxmlformats.org/officeDocument/2006/relationships/font" Target="fonts/OverpassSemiBold-italic.fntdata"/><Relationship Id="rId32" Type="http://schemas.openxmlformats.org/officeDocument/2006/relationships/font" Target="fonts/OverpassSemiBold-boldItalic.fntdata"/><Relationship Id="rId33" Type="http://schemas.openxmlformats.org/officeDocument/2006/relationships/font" Target="fonts/RedHatText-regular.fntdata"/><Relationship Id="rId34" Type="http://schemas.openxmlformats.org/officeDocument/2006/relationships/font" Target="fonts/RedHatText-bold.fntdata"/><Relationship Id="rId35" Type="http://schemas.openxmlformats.org/officeDocument/2006/relationships/font" Target="fonts/RedHatText-italic.fntdata"/><Relationship Id="rId36" Type="http://schemas.openxmlformats.org/officeDocument/2006/relationships/font" Target="fonts/RedHatText-boldItalic.fntdata"/><Relationship Id="rId37" Type="http://schemas.openxmlformats.org/officeDocument/2006/relationships/slide" Target="slides/slide4.xml"/><Relationship Id="rId38" Type="http://schemas.openxmlformats.org/officeDocument/2006/relationships/slide" Target="slides/slide5.xml"/><Relationship Id="rId39" Type="http://schemas.openxmlformats.org/officeDocument/2006/relationships/slide" Target="slides/slide6.xml"/><Relationship Id="rId40" Type="http://schemas.openxmlformats.org/officeDocument/2006/relationships/slide" Target="slides/slide7.xml"/><Relationship Id="rId41" Type="http://schemas.openxmlformats.org/officeDocument/2006/relationships/slide" Target="slides/slide8.xml"/><Relationship Id="rId42" Type="http://schemas.openxmlformats.org/officeDocument/2006/relationships/slide" Target="slides/slide9.xml"/><Relationship Id="rId43" Type="http://schemas.openxmlformats.org/officeDocument/2006/relationships/slide" Target="slides/slide10.xml"/><Relationship Id="rId44" Type="http://schemas.openxmlformats.org/officeDocument/2006/relationships/slide" Target="slides/slide11.xml"/><Relationship Id="rId45" Type="http://schemas.openxmlformats.org/officeDocument/2006/relationships/slide" Target="slides/slide12.xml"/><Relationship Id="rId46" Type="http://schemas.openxmlformats.org/officeDocument/2006/relationships/slide" Target="slides/slide13.xml"/><Relationship Id="rId47" Type="http://schemas.openxmlformats.org/officeDocument/2006/relationships/slide" Target="slides/slide14.xml"/><Relationship Id="rId48" Type="http://schemas.openxmlformats.org/officeDocument/2006/relationships/slide" Target="slides/slide15.xml"/><Relationship Id="rId49" Type="http://schemas.openxmlformats.org/officeDocument/2006/relationships/slide" Target="slides/slide16.xml"/><Relationship Id="rId50" Type="http://schemas.openxmlformats.org/officeDocument/2006/relationships/slide" Target="slides/slide17.xml"/><Relationship Id="rId51" Type="http://schemas.openxmlformats.org/officeDocument/2006/relationships/slide" Target="slides/slide18.xml"/><Relationship Id="rId52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KEY MESSAGE: Introduce the presentation topic — evaluating and governing financial AI.</a:t>
            </a:r>
          </a:p>
          <a:p/>
          <a:p>
            <a:r>
              <a:t>- This presentation is based on a 2026 research paper from Columbia University's SecureFinAI Lab</a:t>
            </a:r>
          </a:p>
          <a:p>
            <a:r>
              <a:t>- The paper proposes a comprehensive framework for evaluating financial LLMs and AI agents</a:t>
            </a:r>
          </a:p>
          <a:p>
            <a:r>
              <a:t>- Financial AI is moving from experimentation to production — governance is now critical</a:t>
            </a:r>
          </a:p>
          <a:p>
            <a:r>
              <a:t>- The framework addresses three concerns: model quality, agent safety, and regulatory compliance</a:t>
            </a:r>
          </a:p>
          <a:p>
            <a:r>
              <a:t>- This is relevant to any financial institution deploying or evaluating generative AI</a:t>
            </a:r>
          </a:p>
          <a:p>
            <a:r>
              <a:t>- We will walk through the problem, the lifecycle, benchmarking, agents, and governance</a:t>
            </a:r>
          </a:p>
          <a:p>
            <a:r>
              <a:t>- The goal is to frame AI as governable financial infrastructure, not experimental technology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KEY MESSAGE: Financial AI cannot be treated like general-purpose consumer AI.</a:t>
            </a:r>
          </a:p>
          <a:p/>
          <a:p>
            <a:r>
              <a:t>- Finance is a high-stakes, heavily regulated domain — errors have real consequences</a:t>
            </a:r>
          </a:p>
          <a:p>
            <a:r>
              <a:t>- General-purpose LLMs were not designed for financial reasoning and frequently make mistakes</a:t>
            </a:r>
          </a:p>
          <a:p>
            <a:r>
              <a:t>- We are now seeing autonomous AI agents making financial decisions, not just answering questions</a:t>
            </a:r>
          </a:p>
          <a:p>
            <a:r>
              <a:t>- This creates entirely new risk categories that existing IT governance doesn't cover</a:t>
            </a:r>
          </a:p>
          <a:p>
            <a:r>
              <a:t>- Regulators are beginning to ask how AI decisions can be traced and audited</a:t>
            </a:r>
          </a:p>
          <a:p>
            <a:r>
              <a:t>- The next slide breaks down the specific risk categories we need to address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KEY MESSAGE: APRA has not created new AI regulations — it expects banks to govern AI under existing prudential standards. This creates both a challenge and an opportunity.</a:t>
            </a:r>
          </a:p>
          <a:p/>
          <a:p>
            <a:r>
              <a:t>- APRA's Chris Gower stated explicitly that the existing regulatory framework is considered sufficient to capture AI use by banks, insurers, and super funds</a:t>
            </a:r>
          </a:p>
          <a:p>
            <a:r>
              <a:t>- This means AI deployments must comply with CPS 220 (risk management), CPS 231 (outsourcing for third-party models), CPS 234 (information security), and existing model risk management practices</a:t>
            </a:r>
          </a:p>
          <a:p>
            <a:r>
              <a:t>- In contrast, Singapore's MAS published explicit AI risk management guidelines in 2025, covering model governance, explainability, fairness, and lifecycle monitoring</a:t>
            </a:r>
          </a:p>
          <a:p>
            <a:r>
              <a:t>- Australia's technology-neutral approach means banks must interpret how existing standards apply to AI — the frameworks in this presentation provide practical implementation guidance</a:t>
            </a:r>
          </a:p>
          <a:p>
            <a:r>
              <a:t>- The FinOS governance architecture maps directly onto APRA's existing requirements: model evaluation satisfies model risk management, agent monitoring satisfies operational risk, and transparency satisfies CPS 231 vendor obligations</a:t>
            </a:r>
          </a:p>
          <a:p>
            <a:r>
              <a:t>- For Australian banks, this is not about waiting for new regulation — it is about applying existing obligations to a new technology class</a:t>
            </a:r>
          </a:p>
          <a:p>
            <a:r>
              <a:t>- Proactive governance now positions the bank ahead of potential future regulatory tightening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KEY MESSAGE: Financial AI introduces four distinct risk categories that require new governance approaches.</a:t>
            </a:r>
          </a:p>
          <a:p/>
          <a:p>
            <a:r>
              <a:t>- Model Risk: LLMs can misinterpret financial statements, produce incorrect numerical analysis, and hallucinate in regulatory documents — this directly impacts trading and risk decisions</a:t>
            </a:r>
          </a:p>
          <a:p>
            <a:r>
              <a:t>- Operational Risk: AI agents operate autonomously — retrieving data, analysing news, generating insights — and their non-deterministic behaviour makes them unpredictable</a:t>
            </a:r>
          </a:p>
          <a:p>
            <a:r>
              <a:t>- Regulatory Risk: Many models have unclear training data provenance and licensing — regulators may require auditability that current models cannot provide</a:t>
            </a:r>
          </a:p>
          <a:p>
            <a:r>
              <a:t>- Governance Gap: There is currently no industry standard for benchmarking financial AI or evaluating agents in production</a:t>
            </a:r>
          </a:p>
          <a:p>
            <a:r>
              <a:t>- These four risks together mean we need a fundamentally different approach to AI governance in finance</a:t>
            </a:r>
          </a:p>
          <a:p>
            <a:r>
              <a:t>- The paper we are reviewing proposes a framework to address all four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KEY MESSAGE: Every bank deploying GenAI must answer three fundamental questions.</a:t>
            </a:r>
          </a:p>
          <a:p/>
          <a:p>
            <a:r>
              <a:t>- Question 1 — Trust: How do we know a model is accurate enough for financial tasks? General benchmarks don't test financial reasoning</a:t>
            </a:r>
          </a:p>
          <a:p>
            <a:r>
              <a:t>- Question 2 — Operations: AI agents are making autonomous decisions in production — how do we monitor and control them?</a:t>
            </a:r>
          </a:p>
          <a:p>
            <a:r>
              <a:t>- Question 3 — Compliance: Regulators will ask how AI decisions were made and whether the models meet transparency requirements</a:t>
            </a:r>
          </a:p>
          <a:p>
            <a:r>
              <a:t>- These are not theoretical concerns — Google's AI Overview produced 43% inaccurate finance summaries, and a ChatGPT security incident exposed user financial data</a:t>
            </a:r>
          </a:p>
          <a:p>
            <a:r>
              <a:t>- The rest of this presentation walks through a framework that addresses all three questions</a:t>
            </a:r>
          </a:p>
          <a:p>
            <a:r>
              <a:t>- Think of this as: model evaluation, agent monitoring, and model transparency — three layers of governance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KEY MESSAGE: Transition to the lifecycle section — how financial AI has matured over three years.</a:t>
            </a:r>
          </a:p>
          <a:p/>
          <a:p>
            <a:r>
              <a:t>- The financial AI field has evolved rapidly from 2023 to 2025</a:t>
            </a:r>
          </a:p>
          <a:p>
            <a:r>
              <a:t>- This section maps that evolution into three distinct maturity stages</a:t>
            </a:r>
          </a:p>
          <a:p>
            <a:r>
              <a:t>- Understanding where the industry is helps us understand what governance is needed now</a:t>
            </a:r>
          </a:p>
          <a:p>
            <a:r>
              <a:t>- Most banks are currently between Readiness and Governance — deploying models but lacking governance frameworks</a:t>
            </a:r>
          </a:p>
          <a:p>
            <a:r>
              <a:t>- The research community has been building tools and frameworks at each stage</a:t>
            </a:r>
          </a:p>
          <a:p>
            <a:r>
              <a:t>- The next slide details each stage and its key outputs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KEY MESSAGE: Financial AI has progressed through three maturity stages — we are now in the governance era.</a:t>
            </a:r>
          </a:p>
          <a:p/>
          <a:p>
            <a:r>
              <a:t>- 2023 Exploration: Early models like BloombergGPT (50B parameters, trained on financial data) and open-source FinGPT proved LLMs could understand financial language</a:t>
            </a:r>
          </a:p>
          <a:p>
            <a:r>
              <a:t>- The Open FinLLM Leaderboard was created during this stage to begin standardising evaluation</a:t>
            </a:r>
          </a:p>
          <a:p>
            <a:r>
              <a:t>- 2024 Readiness: The focus shifted from 'can it work?' to 'is it production-ready?' — comprehensive benchmarks and financial agents emerged</a:t>
            </a:r>
          </a:p>
          <a:p>
            <a:r>
              <a:t>- 2025 Governance: The current focus is on safety, compliance, hallucination detection, and operational monitoring of deployed systems</a:t>
            </a:r>
          </a:p>
          <a:p>
            <a:r>
              <a:t>- This mirrors the DevOps to MLOps evolution — now we need AgentOps for AI agents</a:t>
            </a:r>
          </a:p>
          <a:p>
            <a:r>
              <a:t>- The highlighted Governance stage is where most banks need to invest today</a:t>
            </a:r>
          </a:p>
          <a:p>
            <a:r>
              <a:t>- Each stage produced specific tools: Leaderboard, evaluation pipelines, and governance frameworks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KEY MESSAGE: Transition to benchmarking — how we measure whether a financial AI model is fit for purpose.</a:t>
            </a:r>
          </a:p>
          <a:p/>
          <a:p>
            <a:r>
              <a:t>- Benchmarking is the first layer of governance — you cannot govern what you cannot measure</a:t>
            </a:r>
          </a:p>
          <a:p>
            <a:r>
              <a:t>- Currently, different institutions evaluate models using different criteria, making comparison impossible</a:t>
            </a:r>
          </a:p>
          <a:p>
            <a:r>
              <a:t>- The Open FinLLM Leaderboard aims to be a de facto standard, similar to how stress tests standardised risk evaluation</a:t>
            </a:r>
          </a:p>
          <a:p>
            <a:r>
              <a:t>- This is a collaborative effort between academia (Columbia), open source (Linux Foundation, PyTorch), and industry</a:t>
            </a:r>
          </a:p>
          <a:p>
            <a:r>
              <a:t>- The next slide shows what the leaderboard actually tests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KEY MESSAGE: The Open FinLLM Leaderboard tests models across 42 financial datasets in three capability areas.</a:t>
            </a:r>
          </a:p>
          <a:p/>
          <a:p>
            <a:r>
              <a:t>- Understanding Financial Language: Can the model extract entities, classify sentiment, and understand financial terminology?</a:t>
            </a:r>
          </a:p>
          <a:p>
            <a:r>
              <a:t>- Financial Reasoning: Can it answer complex questions about financial data, summarise 10-K filings, and analyse earnings reports?</a:t>
            </a:r>
          </a:p>
          <a:p>
            <a:r>
              <a:t>- Financial Decision Tasks: Can it score credit risk, predict stock movements, and simulate trading decisions?</a:t>
            </a:r>
          </a:p>
          <a:p>
            <a:r>
              <a:t>- Models are ranked not just by accuracy but also by their openness classification — transparency matters alongside performance</a:t>
            </a:r>
          </a:p>
          <a:p>
            <a:r>
              <a:t>- This is hosted on HuggingFace and is an open community resource — anyone can submit models for evaluation</a:t>
            </a:r>
          </a:p>
          <a:p>
            <a:r>
              <a:t>- For a bank, this provides a standardised way to compare models before procurement or deployment</a:t>
            </a:r>
          </a:p>
          <a:p>
            <a:r>
              <a:t>- Think of this as a financial stress test for AI models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KEY MESSAGE: Transition to agents — the industry is moving beyond static models to autonomous AI systems.</a:t>
            </a:r>
          </a:p>
          <a:p/>
          <a:p>
            <a:r>
              <a:t>- Most enterprises are now deploying AI agents, not just LLMs — agents can take actions, use tools, and make decisions</a:t>
            </a:r>
          </a:p>
          <a:p>
            <a:r>
              <a:t>- This creates fundamentally different risks compared to a model that simply answers questions</a:t>
            </a:r>
          </a:p>
          <a:p>
            <a:r>
              <a:t>- Agents are non-deterministic — the same input may produce different actions each time</a:t>
            </a:r>
          </a:p>
          <a:p>
            <a:r>
              <a:t>- Traditional model evaluation is insufficient for agents — we need to evaluate behaviour, not just outputs</a:t>
            </a:r>
          </a:p>
          <a:p>
            <a:r>
              <a:t>- The next slide shows example financial agents and why they require new governance approaches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KEY MESSAGE: Financial AI agents introduce multi-step reasoning and autonomous behaviour — evaluation must shift from measuring answers to measuring behaviour.</a:t>
            </a:r>
          </a:p>
          <a:p/>
          <a:p>
            <a:r>
              <a:t>- Agentic FinSearch: Autonomously scrapes financial websites, retrieves data, and produces market insights — like having an analyst that works 24/7</a:t>
            </a:r>
          </a:p>
          <a:p>
            <a:r>
              <a:t>- Financial Tutor: Demonstrates scalable AI-powered financial education — CFA prep, credit risk training, accessible to millions simultaneously</a:t>
            </a:r>
          </a:p>
          <a:p>
            <a:r>
              <a:t>- FinSight Agent: A multi-agent system that analyses earnings calls using coordinated expert agents with built-in self-evaluation and guardrails</a:t>
            </a:r>
          </a:p>
          <a:p>
            <a:r>
              <a:t>- The key insight is in the callout: traditional evaluation tests whether an answer is correct — agent evaluation must test whether the behaviour is safe and appropriate</a:t>
            </a:r>
          </a:p>
          <a:p>
            <a:r>
              <a:t>- This means we need to trace decisions, monitor tool usage, and evaluate reasoning trajectories — not just final outputs</a:t>
            </a:r>
          </a:p>
          <a:p>
            <a:r>
              <a:t>- This is analogous to the difference between testing a calculator versus auditing a trader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KEY MESSAGE: Transition to governance — the tools and frameworks for safely operating financial AI.</a:t>
            </a:r>
          </a:p>
          <a:p/>
          <a:p>
            <a:r>
              <a:t>- We have covered what financial AI can do and the risks it introduces — now we address how to govern it</a:t>
            </a:r>
          </a:p>
          <a:p>
            <a:r>
              <a:t>- Governance in this context means two things: operational monitoring of agents and transparency of models</a:t>
            </a:r>
          </a:p>
          <a:p>
            <a:r>
              <a:t>- This section introduces AgentOps (analogous to DevOps/MLOps) and the Model Openness Framework</a:t>
            </a:r>
          </a:p>
          <a:p>
            <a:r>
              <a:t>- These are not theoretical proposals — they are being developed by Linux Foundation, Red Hat, and industry partners</a:t>
            </a:r>
          </a:p>
          <a:p>
            <a:r>
              <a:t>- The next slides detail the inner/outer loop evaluation model and the model transparency classification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KEY MESSAGE: AgentOps provides two governance loops — development-time testing and production-time monitoring.</a:t>
            </a:r>
          </a:p>
          <a:p/>
          <a:p>
            <a:r>
              <a:t>- Inner Loop (Development): This is glass-box evaluation — you can see inside the agent's reasoning process during development and testing</a:t>
            </a:r>
          </a:p>
          <a:p>
            <a:r>
              <a:t>- It evaluates: Does the agent select the right tools? Does it follow logical reasoning steps? Does it stay within its context? Do safety guardrails trigger correctly?</a:t>
            </a:r>
          </a:p>
          <a:p>
            <a:r>
              <a:t>- Outer Loop (Production): Once deployed, you cannot see inside the agent — you monitor its behaviour through audit trails, decision logs, and safety scoring</a:t>
            </a:r>
          </a:p>
          <a:p>
            <a:r>
              <a:t>- LLM-as-a-Judge: Uses a separate AI model to score the deployed agent's outputs for safety, logic, and ethics violations</a:t>
            </a:r>
          </a:p>
          <a:p>
            <a:r>
              <a:t>- Human-in-the-loop: High-risk or low-confidence decisions are escalated to human reviewers</a:t>
            </a:r>
          </a:p>
          <a:p>
            <a:r>
              <a:t>- Critical feedback loop: Production failures are captured and fed back into training data, continuously improving the system</a:t>
            </a:r>
          </a:p>
          <a:p>
            <a:r>
              <a:t>- This is the AgentOps equivalent of CI/CD for DevOps — a closed-loop operational governance model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KEY MESSAGE: The Model Openness Framework addresses 'open-washing' — models that claim openness but hide critical information.</a:t>
            </a:r>
          </a:p>
          <a:p/>
          <a:p>
            <a:r>
              <a:t>- This is a real compliance risk: banks adopting third-party models may not know what data they were trained on or what licensing restrictions apply</a:t>
            </a:r>
          </a:p>
          <a:p>
            <a:r>
              <a:t>- Class III (Open Model): Only the model weights and basic documentation are shared — training data and code remain hidden</a:t>
            </a:r>
          </a:p>
          <a:p>
            <a:r>
              <a:t>- Class II (Open Tooling): Training code, evaluation code, and inference tools are shared — but training data may still be withheld</a:t>
            </a:r>
          </a:p>
          <a:p>
            <a:r>
              <a:t>- Class I (Open Science): Everything is open — data, code, parameters, research papers, and documentation — fully reproducible and auditable</a:t>
            </a:r>
          </a:p>
          <a:p>
            <a:r>
              <a:t>- For regulated financial institutions, Class I models provide the highest level of auditability for regulators</a:t>
            </a:r>
          </a:p>
          <a:p>
            <a:r>
              <a:t>- The MOF is integrated directly into the Open FinLLM Leaderboard — models are filtered by openness class alongside performance</a:t>
            </a:r>
          </a:p>
          <a:p>
            <a:r>
              <a:t>- This gives procurement and risk teams a framework for vendor selection based on transparency, not just capability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KEY MESSAGE: The governance stack shows how all the frameworks fit together as a layered architecture.</a:t>
            </a:r>
          </a:p>
          <a:p/>
          <a:p>
            <a:r>
              <a:t>- Read this diagram from bottom to top — each layer depends on the one below it</a:t>
            </a:r>
          </a:p>
          <a:p>
            <a:r>
              <a:t>- Bottom layer (Transparency): Before deploying any model, verify its provenance — training data, licensing, reproducibility</a:t>
            </a:r>
          </a:p>
          <a:p>
            <a:r>
              <a:t>- Model Governance layer: Once a model passes transparency checks, benchmark it against financial tasks — test for hallucinations and numerical accuracy</a:t>
            </a:r>
          </a:p>
          <a:p>
            <a:r>
              <a:t>- Agent Governance layer: When models are deployed as agents, add operational controls — decision tracing, safety scoring, human escalation</a:t>
            </a:r>
          </a:p>
          <a:p>
            <a:r>
              <a:t>- Top layer (Applications): Only then can you safely deploy trading assistants, risk tools, research agents, and advisory systems</a:t>
            </a:r>
          </a:p>
          <a:p>
            <a:r>
              <a:t>- This is analogous to how banks layer infrastructure: network, platform, application, with controls at each level</a:t>
            </a:r>
          </a:p>
          <a:p>
            <a:r>
              <a:t>- The key takeaway: you need all four layers — skipping any one creates an unacceptable risk gap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KEY MESSAGE: Transition to practical recommendations for financial institutions.</a:t>
            </a:r>
          </a:p>
          <a:p/>
          <a:p>
            <a:r>
              <a:t>- We have covered the problem, the lifecycle, benchmarking, agents, and governance frameworks</a:t>
            </a:r>
          </a:p>
          <a:p>
            <a:r>
              <a:t>- Now we translate that into actionable guidance for a bank deploying GenAI</a:t>
            </a:r>
          </a:p>
          <a:p>
            <a:r>
              <a:t>- The next slide distils everything into three practical governance layers</a:t>
            </a:r>
          </a:p>
          <a:p>
            <a:r>
              <a:t>- These align with existing bank functions: model validation, operational risk, and vendor risk management</a:t>
            </a:r>
          </a:p>
          <a:p>
            <a:r>
              <a:t>- This is the 'so what?' for a CIO, risk committee, or architecture review board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KEY MESSAGE: Banks deploying GenAI should implement three governance layers — model evaluation, agent monitoring, and model transparency.</a:t>
            </a:r>
          </a:p>
          <a:p/>
          <a:p>
            <a:r>
              <a:t>- Layer 1 — Model Evaluation: Before deploying any model, benchmark it on financial tasks. Key questions: Can it reason about 10-K filings? Does it hallucinate when analysing earnings reports? How does its numerical accuracy compare to alternatives?</a:t>
            </a:r>
          </a:p>
          <a:p>
            <a:r>
              <a:t>- Layer 2 — Agent Monitoring: Once agents are in production, you need continuous monitoring. This includes decision tracing, audit logs, escalation procedures, and runtime behaviour evaluation</a:t>
            </a:r>
          </a:p>
          <a:p>
            <a:r>
              <a:t>- Layer 3 — Model Transparency: Only deploy models where you understand the training data, licensing terms, and can demonstrate reproducibility to regulators</a:t>
            </a:r>
          </a:p>
          <a:p>
            <a:r>
              <a:t>- These three layers map to existing bank governance: model validation teams, operational risk teams, and vendor risk management</a:t>
            </a:r>
          </a:p>
          <a:p>
            <a:r>
              <a:t>- The investment required is in tooling and process — the frameworks described in this presentation are open source and available today</a:t>
            </a:r>
          </a:p>
          <a:p>
            <a:r>
              <a:t>- Start with Layer 3 (transparency) for procurement decisions, then build Layers 1 and 2 as you scale deployment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KEY MESSAGE: Financial AI must be treated as regulated financial infrastructure — benchmarked, monitored, governed, and auditable.</a:t>
            </a:r>
          </a:p>
          <a:p/>
          <a:p>
            <a:r>
              <a:t>- This is the single most important slide — pause here and let the message land</a:t>
            </a:r>
          </a:p>
          <a:p>
            <a:r>
              <a:t>- Benchmarked: Models must be tested against standardised financial tasks before deployment — just as we stress-test risk models</a:t>
            </a:r>
          </a:p>
          <a:p>
            <a:r>
              <a:t>- Monitored: AI agents in production require continuous operational evaluation — just as we monitor trading systems</a:t>
            </a:r>
          </a:p>
          <a:p>
            <a:r>
              <a:t>- Governed: Compliance and transparency frameworks must be applied — just as we govern financial data and processes</a:t>
            </a:r>
          </a:p>
          <a:p>
            <a:r>
              <a:t>- Auditable: Every model decision must be traceable — regulators will require this</a:t>
            </a:r>
          </a:p>
          <a:p>
            <a:r>
              <a:t>- The closing line is deliberate: 'This is not consumer AI. This is financial infrastructure.' — frame AI governance as a business requirement, not a technology experiment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KEY MESSAGE: Close the presentation and open discussion.</a:t>
            </a:r>
          </a:p>
          <a:p/>
          <a:p>
            <a:r>
              <a:t>- Recap the three governance layers: model evaluation, agent monitoring, model transparency</a:t>
            </a:r>
          </a:p>
          <a:p>
            <a:r>
              <a:t>- Suggested discussion questions: Where is your organisation on the Exploration/Readiness/Governance maturity model?</a:t>
            </a:r>
          </a:p>
          <a:p>
            <a:r>
              <a:t>- What AI models are currently deployed or under evaluation? Have they been benchmarked on financial tasks?</a:t>
            </a:r>
          </a:p>
          <a:p>
            <a:r>
              <a:t>- Do you have operational monitoring for AI agents? Can you trace agent decisions for audit purposes?</a:t>
            </a:r>
          </a:p>
          <a:p>
            <a:r>
              <a:t>- Are your AI model procurement decisions considering training data provenance and licensing?</a:t>
            </a:r>
          </a:p>
          <a:p>
            <a:r>
              <a:t>- The frameworks discussed are open source — the Open FinLLM Leaderboard, AgentOps, and Model Openness Framework are all available today</a:t>
            </a:r>
          </a:p>
          <a:p>
            <a:r>
              <a:t>- Offer to share the original paper and links to the leaderboard and governance framework resources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9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7.png"/><Relationship Id="rId7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9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9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image" Target="../media/image6.png"/><Relationship Id="rId7" Type="http://schemas.openxmlformats.org/officeDocument/2006/relationships/image" Target="../media/image10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8.png"/><Relationship Id="rId3" Type="http://schemas.openxmlformats.org/officeDocument/2006/relationships/image" Target="../media/image9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8.png"/><Relationship Id="rId3" Type="http://schemas.openxmlformats.org/officeDocument/2006/relationships/image" Target="../media/image9.png"/><Relationship Id="rId4" Type="http://schemas.openxmlformats.org/officeDocument/2006/relationships/image" Target="../media/image8.png"/><Relationship Id="rId5" Type="http://schemas.openxmlformats.org/officeDocument/2006/relationships/image" Target="../media/image11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13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1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1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0.png"/><Relationship Id="rId3" Type="http://schemas.openxmlformats.org/officeDocument/2006/relationships/image" Target="../media/image13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0.png"/><Relationship Id="rId3" Type="http://schemas.openxmlformats.org/officeDocument/2006/relationships/image" Target="../media/image13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png"/><Relationship Id="rId3" Type="http://schemas.openxmlformats.org/officeDocument/2006/relationships/image" Target="../media/image13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13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2.png"/><Relationship Id="rId3" Type="http://schemas.openxmlformats.org/officeDocument/2006/relationships/image" Target="../media/image1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7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7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7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12.pn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12.pn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12.png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1 titl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7212881" y="4409156"/>
            <a:ext cx="1931100" cy="734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1562794" y="2641369"/>
            <a:ext cx="5649900" cy="68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ed Hat Display"/>
              <a:buNone/>
              <a:defRPr sz="21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type="title"/>
          </p:nvPr>
        </p:nvSpPr>
        <p:spPr>
          <a:xfrm>
            <a:off x="1562906" y="1307719"/>
            <a:ext cx="5649900" cy="1200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3500">
                <a:solidFill>
                  <a:schemeClr val="lt1"/>
                </a:solidFill>
              </a:defRPr>
            </a:lvl2pPr>
            <a:lvl3pPr lvl="2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3500">
                <a:solidFill>
                  <a:schemeClr val="lt1"/>
                </a:solidFill>
              </a:defRPr>
            </a:lvl3pPr>
            <a:lvl4pPr lvl="3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3500">
                <a:solidFill>
                  <a:schemeClr val="lt1"/>
                </a:solidFill>
              </a:defRPr>
            </a:lvl4pPr>
            <a:lvl5pPr lvl="4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3500">
                <a:solidFill>
                  <a:schemeClr val="lt1"/>
                </a:solidFill>
              </a:defRPr>
            </a:lvl5pPr>
            <a:lvl6pPr lvl="5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3500">
                <a:solidFill>
                  <a:schemeClr val="lt1"/>
                </a:solidFill>
              </a:defRPr>
            </a:lvl6pPr>
            <a:lvl7pPr lvl="6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3500">
                <a:solidFill>
                  <a:schemeClr val="lt1"/>
                </a:solidFill>
              </a:defRPr>
            </a:lvl7pPr>
            <a:lvl8pPr lvl="7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3500">
                <a:solidFill>
                  <a:schemeClr val="lt1"/>
                </a:solidFill>
              </a:defRPr>
            </a:lvl8pPr>
            <a:lvl9pPr lvl="8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3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2" type="subTitle"/>
          </p:nvPr>
        </p:nvSpPr>
        <p:spPr>
          <a:xfrm>
            <a:off x="1562794" y="3454125"/>
            <a:ext cx="1530300" cy="45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Display Medium"/>
              <a:buNone/>
              <a:defRPr sz="11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Text Medium"/>
              <a:buNone/>
              <a:defRPr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Text Medium"/>
              <a:buNone/>
              <a:defRPr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Text Medium"/>
              <a:buNone/>
              <a:defRPr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Text Medium"/>
              <a:buNone/>
              <a:defRPr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Text Medium"/>
              <a:buNone/>
              <a:defRPr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Text Medium"/>
              <a:buNone/>
              <a:defRPr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Text Medium"/>
              <a:buNone/>
              <a:defRPr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Text Medium"/>
              <a:buNone/>
              <a:defRPr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3" type="subTitle"/>
          </p:nvPr>
        </p:nvSpPr>
        <p:spPr>
          <a:xfrm>
            <a:off x="3353888" y="3454125"/>
            <a:ext cx="1530300" cy="45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Display Medium"/>
              <a:buNone/>
              <a:defRPr sz="11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Text Medium"/>
              <a:buNone/>
              <a:defRPr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Text Medium"/>
              <a:buNone/>
              <a:defRPr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Text Medium"/>
              <a:buNone/>
              <a:defRPr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Text Medium"/>
              <a:buNone/>
              <a:defRPr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Text Medium"/>
              <a:buNone/>
              <a:defRPr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Text Medium"/>
              <a:buNone/>
              <a:defRPr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Text Medium"/>
              <a:buNone/>
              <a:defRPr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Text Medium"/>
              <a:buNone/>
              <a:defRPr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80138" y="4652989"/>
            <a:ext cx="1185206" cy="2795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" name="Google Shape;15;p2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1 closing">
  <p:cSld name="TITLE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/>
          <p:nvPr/>
        </p:nvSpPr>
        <p:spPr>
          <a:xfrm>
            <a:off x="7212881" y="4409156"/>
            <a:ext cx="1931100" cy="734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1562794" y="2256319"/>
            <a:ext cx="3109800" cy="11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Display"/>
              <a:buNone/>
              <a:defRPr sz="11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2pPr>
            <a:lvl3pPr lvl="2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3pPr>
            <a:lvl4pPr lvl="3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4pPr>
            <a:lvl5pPr lvl="4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5pPr>
            <a:lvl6pPr lvl="5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6pPr>
            <a:lvl7pPr lvl="6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7pPr>
            <a:lvl8pPr lvl="7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8pPr>
            <a:lvl9pPr lvl="8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type="title"/>
          </p:nvPr>
        </p:nvSpPr>
        <p:spPr>
          <a:xfrm>
            <a:off x="1562906" y="426469"/>
            <a:ext cx="3678900" cy="148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1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5300">
                <a:solidFill>
                  <a:schemeClr val="lt1"/>
                </a:solidFill>
              </a:defRPr>
            </a:lvl2pPr>
            <a:lvl3pPr lvl="2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5300">
                <a:solidFill>
                  <a:schemeClr val="lt1"/>
                </a:solidFill>
              </a:defRPr>
            </a:lvl3pPr>
            <a:lvl4pPr lvl="3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5300">
                <a:solidFill>
                  <a:schemeClr val="lt1"/>
                </a:solidFill>
              </a:defRPr>
            </a:lvl4pPr>
            <a:lvl5pPr lvl="4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5300">
                <a:solidFill>
                  <a:schemeClr val="lt1"/>
                </a:solidFill>
              </a:defRPr>
            </a:lvl5pPr>
            <a:lvl6pPr lvl="5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5300">
                <a:solidFill>
                  <a:schemeClr val="lt1"/>
                </a:solidFill>
              </a:defRPr>
            </a:lvl6pPr>
            <a:lvl7pPr lvl="6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5300">
                <a:solidFill>
                  <a:schemeClr val="lt1"/>
                </a:solidFill>
              </a:defRPr>
            </a:lvl7pPr>
            <a:lvl8pPr lvl="7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5300">
                <a:solidFill>
                  <a:schemeClr val="lt1"/>
                </a:solidFill>
              </a:defRPr>
            </a:lvl8pPr>
            <a:lvl9pPr lvl="8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53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21" name="Google Shape;21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80138" y="4652989"/>
            <a:ext cx="1185206" cy="27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92003" y="2537688"/>
            <a:ext cx="341963" cy="3419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92003" y="2018782"/>
            <a:ext cx="341963" cy="3419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592003" y="1499876"/>
            <a:ext cx="341963" cy="3419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25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592003" y="3056594"/>
            <a:ext cx="341963" cy="341963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3"/>
          <p:cNvSpPr txBox="1"/>
          <p:nvPr/>
        </p:nvSpPr>
        <p:spPr>
          <a:xfrm>
            <a:off x="5970354" y="1499869"/>
            <a:ext cx="22452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linkedin.com/company/red-hat</a:t>
            </a:r>
            <a:endParaRPr sz="11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7" name="Google Shape;27;p3"/>
          <p:cNvSpPr txBox="1"/>
          <p:nvPr/>
        </p:nvSpPr>
        <p:spPr>
          <a:xfrm>
            <a:off x="5970354" y="2018756"/>
            <a:ext cx="22452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youtube.com/user/RedHatVideos</a:t>
            </a:r>
            <a:endParaRPr sz="11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8" name="Google Shape;28;p3"/>
          <p:cNvSpPr txBox="1"/>
          <p:nvPr/>
        </p:nvSpPr>
        <p:spPr>
          <a:xfrm>
            <a:off x="5970354" y="2537644"/>
            <a:ext cx="22452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facebook.com/redhatinc</a:t>
            </a:r>
            <a:endParaRPr sz="11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9" name="Google Shape;29;p3"/>
          <p:cNvSpPr txBox="1"/>
          <p:nvPr/>
        </p:nvSpPr>
        <p:spPr>
          <a:xfrm>
            <a:off x="5970354" y="3056531"/>
            <a:ext cx="22452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twitter.com/RedHat</a:t>
            </a:r>
            <a:endParaRPr sz="11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30" name="Google Shape;30;p3"/>
          <p:cNvCxnSpPr/>
          <p:nvPr/>
        </p:nvCxnSpPr>
        <p:spPr>
          <a:xfrm rot="10800000">
            <a:off x="335831" y="-37"/>
            <a:ext cx="0" cy="1712100"/>
          </a:xfrm>
          <a:prstGeom prst="straightConnector1">
            <a:avLst/>
          </a:prstGeom>
          <a:noFill/>
          <a:ln cap="flat" cmpd="sng" w="9525">
            <a:solidFill>
              <a:srgbClr val="8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" name="Google Shape;31;p3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rgbClr val="8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" name="Google Shape;32;p3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2 Title">
  <p:cSld name="TITLE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/>
          <p:nvPr/>
        </p:nvSpPr>
        <p:spPr>
          <a:xfrm>
            <a:off x="7212881" y="4409156"/>
            <a:ext cx="1931100" cy="734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 txBox="1"/>
          <p:nvPr>
            <p:ph idx="1" type="subTitle"/>
          </p:nvPr>
        </p:nvSpPr>
        <p:spPr>
          <a:xfrm>
            <a:off x="1562794" y="2641369"/>
            <a:ext cx="5649900" cy="68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ed Hat Display"/>
              <a:buNone/>
              <a:defRPr sz="21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4"/>
          <p:cNvSpPr txBox="1"/>
          <p:nvPr>
            <p:ph type="title"/>
          </p:nvPr>
        </p:nvSpPr>
        <p:spPr>
          <a:xfrm>
            <a:off x="1562906" y="1307719"/>
            <a:ext cx="5649900" cy="1200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7" name="Google Shape;37;p4"/>
          <p:cNvSpPr txBox="1"/>
          <p:nvPr>
            <p:ph idx="2" type="subTitle"/>
          </p:nvPr>
        </p:nvSpPr>
        <p:spPr>
          <a:xfrm>
            <a:off x="1562794" y="3454125"/>
            <a:ext cx="1530300" cy="45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Display Medium"/>
              <a:buNone/>
              <a:defRPr sz="11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38" name="Google Shape;38;p4"/>
          <p:cNvSpPr txBox="1"/>
          <p:nvPr>
            <p:ph idx="3" type="subTitle"/>
          </p:nvPr>
        </p:nvSpPr>
        <p:spPr>
          <a:xfrm>
            <a:off x="3353888" y="3454125"/>
            <a:ext cx="1530300" cy="45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Display Medium"/>
              <a:buNone/>
              <a:defRPr sz="11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 Medium"/>
              <a:buNone/>
              <a:defRPr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pic>
        <p:nvPicPr>
          <p:cNvPr id="39" name="Google Shape;39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80138" y="4652989"/>
            <a:ext cx="1185206" cy="2795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0" name="Google Shape;40;p4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" name="Google Shape;41;p4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2 closing">
  <p:cSld name="TITLE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"/>
          <p:cNvSpPr/>
          <p:nvPr/>
        </p:nvSpPr>
        <p:spPr>
          <a:xfrm>
            <a:off x="7212881" y="4409156"/>
            <a:ext cx="1931100" cy="734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5"/>
          <p:cNvSpPr txBox="1"/>
          <p:nvPr>
            <p:ph idx="1" type="subTitle"/>
          </p:nvPr>
        </p:nvSpPr>
        <p:spPr>
          <a:xfrm>
            <a:off x="1562794" y="2256319"/>
            <a:ext cx="3109800" cy="11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Display"/>
              <a:buNone/>
              <a:defRPr sz="11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Display"/>
              <a:buNone/>
              <a:defRPr sz="11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Display"/>
              <a:buNone/>
              <a:defRPr sz="11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Display"/>
              <a:buNone/>
              <a:defRPr sz="11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Display"/>
              <a:buNone/>
              <a:defRPr sz="11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Display"/>
              <a:buNone/>
              <a:defRPr sz="11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Display"/>
              <a:buNone/>
              <a:defRPr sz="11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Display"/>
              <a:buNone/>
              <a:defRPr sz="11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ed Hat Display"/>
              <a:buNone/>
              <a:defRPr sz="11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45" name="Google Shape;45;p5"/>
          <p:cNvSpPr txBox="1"/>
          <p:nvPr>
            <p:ph type="title"/>
          </p:nvPr>
        </p:nvSpPr>
        <p:spPr>
          <a:xfrm>
            <a:off x="1562906" y="426469"/>
            <a:ext cx="3678900" cy="1489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1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5300">
                <a:solidFill>
                  <a:schemeClr val="lt1"/>
                </a:solidFill>
              </a:defRPr>
            </a:lvl2pPr>
            <a:lvl3pPr lvl="2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5300">
                <a:solidFill>
                  <a:schemeClr val="lt1"/>
                </a:solidFill>
              </a:defRPr>
            </a:lvl3pPr>
            <a:lvl4pPr lvl="3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5300">
                <a:solidFill>
                  <a:schemeClr val="lt1"/>
                </a:solidFill>
              </a:defRPr>
            </a:lvl4pPr>
            <a:lvl5pPr lvl="4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5300">
                <a:solidFill>
                  <a:schemeClr val="lt1"/>
                </a:solidFill>
              </a:defRPr>
            </a:lvl5pPr>
            <a:lvl6pPr lvl="5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5300">
                <a:solidFill>
                  <a:schemeClr val="lt1"/>
                </a:solidFill>
              </a:defRPr>
            </a:lvl6pPr>
            <a:lvl7pPr lvl="6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5300">
                <a:solidFill>
                  <a:schemeClr val="lt1"/>
                </a:solidFill>
              </a:defRPr>
            </a:lvl7pPr>
            <a:lvl8pPr lvl="7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5300">
                <a:solidFill>
                  <a:schemeClr val="lt1"/>
                </a:solidFill>
              </a:defRPr>
            </a:lvl8pPr>
            <a:lvl9pPr lvl="8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53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46" name="Google Shape;46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80138" y="4652989"/>
            <a:ext cx="1185206" cy="279575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5"/>
          <p:cNvSpPr txBox="1"/>
          <p:nvPr/>
        </p:nvSpPr>
        <p:spPr>
          <a:xfrm>
            <a:off x="5970354" y="1499869"/>
            <a:ext cx="22452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linkedin.com/company/red-hat</a:t>
            </a:r>
            <a:endParaRPr sz="11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8" name="Google Shape;48;p5"/>
          <p:cNvSpPr txBox="1"/>
          <p:nvPr/>
        </p:nvSpPr>
        <p:spPr>
          <a:xfrm>
            <a:off x="5970354" y="2018756"/>
            <a:ext cx="22452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youtube.com/user/RedHatVideos</a:t>
            </a:r>
            <a:endParaRPr sz="11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9" name="Google Shape;49;p5"/>
          <p:cNvSpPr txBox="1"/>
          <p:nvPr/>
        </p:nvSpPr>
        <p:spPr>
          <a:xfrm>
            <a:off x="5970354" y="2537644"/>
            <a:ext cx="22452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facebook.com/redhatinc</a:t>
            </a:r>
            <a:endParaRPr sz="11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0" name="Google Shape;50;p5"/>
          <p:cNvSpPr txBox="1"/>
          <p:nvPr/>
        </p:nvSpPr>
        <p:spPr>
          <a:xfrm>
            <a:off x="5970354" y="3056531"/>
            <a:ext cx="22452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twitter.com/RedHat</a:t>
            </a:r>
            <a:endParaRPr sz="11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51" name="Google Shape;51;p5"/>
          <p:cNvCxnSpPr/>
          <p:nvPr/>
        </p:nvCxnSpPr>
        <p:spPr>
          <a:xfrm rot="10800000">
            <a:off x="335831" y="-37"/>
            <a:ext cx="0" cy="17121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" name="Google Shape;52;p5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" name="Google Shape;53;p5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4" name="Google Shape;54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92003" y="2537688"/>
            <a:ext cx="341963" cy="341963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92003" y="2018782"/>
            <a:ext cx="341963" cy="341963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592003" y="1499876"/>
            <a:ext cx="341963" cy="341963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592003" y="3056594"/>
            <a:ext cx="341963" cy="341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3 Title">
  <p:cSld name="CUSTOM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"/>
          <p:cNvSpPr/>
          <p:nvPr/>
        </p:nvSpPr>
        <p:spPr>
          <a:xfrm>
            <a:off x="7212881" y="4409156"/>
            <a:ext cx="1931100" cy="734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0" name="Google Shape;60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80138" y="4652989"/>
            <a:ext cx="1185206" cy="2795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1" name="Google Shape;61;p6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" name="Google Shape;62;p6"/>
          <p:cNvSpPr txBox="1"/>
          <p:nvPr>
            <p:ph idx="1" type="subTitle"/>
          </p:nvPr>
        </p:nvSpPr>
        <p:spPr>
          <a:xfrm>
            <a:off x="4245394" y="2978738"/>
            <a:ext cx="3334800" cy="68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ed Hat Display"/>
              <a:buNone/>
              <a:defRPr sz="14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3" name="Google Shape;63;p6"/>
          <p:cNvSpPr txBox="1"/>
          <p:nvPr>
            <p:ph type="title"/>
          </p:nvPr>
        </p:nvSpPr>
        <p:spPr>
          <a:xfrm>
            <a:off x="4245394" y="1281774"/>
            <a:ext cx="4302300" cy="1587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64" name="Google Shape;64;p6"/>
          <p:cNvSpPr txBox="1"/>
          <p:nvPr>
            <p:ph idx="2" type="subTitle"/>
          </p:nvPr>
        </p:nvSpPr>
        <p:spPr>
          <a:xfrm>
            <a:off x="4245394" y="3988706"/>
            <a:ext cx="1530300" cy="45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ed Hat Display Medium"/>
              <a:buNone/>
              <a:defRPr sz="110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2pPr>
            <a:lvl3pPr lvl="2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3pPr>
            <a:lvl4pPr lvl="3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4pPr>
            <a:lvl5pPr lvl="4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5pPr>
            <a:lvl6pPr lvl="5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6pPr>
            <a:lvl7pPr lvl="6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7pPr>
            <a:lvl8pPr lvl="7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8pPr>
            <a:lvl9pPr lvl="8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5" name="Google Shape;65;p6"/>
          <p:cNvSpPr txBox="1"/>
          <p:nvPr>
            <p:ph idx="3" type="subTitle"/>
          </p:nvPr>
        </p:nvSpPr>
        <p:spPr>
          <a:xfrm rot="5400000">
            <a:off x="-1603762" y="1603800"/>
            <a:ext cx="3861600" cy="654000"/>
          </a:xfrm>
          <a:prstGeom prst="rect">
            <a:avLst/>
          </a:prstGeom>
        </p:spPr>
        <p:txBody>
          <a:bodyPr anchorCtr="0" anchor="ctr" bIns="68575" lIns="377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 Medium"/>
              <a:buNone/>
              <a:defRPr sz="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66" name="Google Shape;66;p6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3 closing">
  <p:cSld name="CUSTOM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7"/>
          <p:cNvSpPr/>
          <p:nvPr/>
        </p:nvSpPr>
        <p:spPr>
          <a:xfrm>
            <a:off x="7212881" y="4409156"/>
            <a:ext cx="1931100" cy="734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9" name="Google Shape;69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80138" y="4652989"/>
            <a:ext cx="1185206" cy="2795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0" name="Google Shape;70;p7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" name="Google Shape;71;p7"/>
          <p:cNvSpPr txBox="1"/>
          <p:nvPr>
            <p:ph type="title"/>
          </p:nvPr>
        </p:nvSpPr>
        <p:spPr>
          <a:xfrm>
            <a:off x="4245394" y="426470"/>
            <a:ext cx="4302300" cy="1446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3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3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3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3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3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3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3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3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72" name="Google Shape;72;p7"/>
          <p:cNvSpPr txBox="1"/>
          <p:nvPr>
            <p:ph idx="1" type="subTitle"/>
          </p:nvPr>
        </p:nvSpPr>
        <p:spPr>
          <a:xfrm rot="5400000">
            <a:off x="-1603762" y="1603800"/>
            <a:ext cx="3861600" cy="654000"/>
          </a:xfrm>
          <a:prstGeom prst="rect">
            <a:avLst/>
          </a:prstGeom>
        </p:spPr>
        <p:txBody>
          <a:bodyPr anchorCtr="0" anchor="ctr" bIns="68575" lIns="377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 Medium"/>
              <a:buNone/>
              <a:defRPr sz="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73" name="Google Shape;73;p7"/>
          <p:cNvSpPr txBox="1"/>
          <p:nvPr>
            <p:ph idx="2" type="subTitle"/>
          </p:nvPr>
        </p:nvSpPr>
        <p:spPr>
          <a:xfrm>
            <a:off x="4245394" y="2064300"/>
            <a:ext cx="3334800" cy="11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ed Hat Display"/>
              <a:buNone/>
              <a:defRPr sz="11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2pPr>
            <a:lvl3pPr lvl="2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3pPr>
            <a:lvl4pPr lvl="3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4pPr>
            <a:lvl5pPr lvl="4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5pPr>
            <a:lvl6pPr lvl="5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6pPr>
            <a:lvl7pPr lvl="6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7pPr>
            <a:lvl8pPr lvl="7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8pPr>
            <a:lvl9pPr lvl="8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4" name="Google Shape;74;p7"/>
          <p:cNvSpPr txBox="1"/>
          <p:nvPr/>
        </p:nvSpPr>
        <p:spPr>
          <a:xfrm>
            <a:off x="4427587" y="3501900"/>
            <a:ext cx="19203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linkedin.com/company/red-hat</a:t>
            </a:r>
            <a:endParaRPr sz="90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5" name="Google Shape;75;p7"/>
          <p:cNvSpPr txBox="1"/>
          <p:nvPr/>
        </p:nvSpPr>
        <p:spPr>
          <a:xfrm>
            <a:off x="4427588" y="3880725"/>
            <a:ext cx="19203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youtube.com/user/RedHatVideos</a:t>
            </a:r>
            <a:endParaRPr sz="90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6" name="Google Shape;76;p7"/>
          <p:cNvSpPr txBox="1"/>
          <p:nvPr/>
        </p:nvSpPr>
        <p:spPr>
          <a:xfrm>
            <a:off x="6611644" y="3501900"/>
            <a:ext cx="19203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facebook.com/redhatinc</a:t>
            </a:r>
            <a:endParaRPr sz="900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77" name="Google Shape;77;p7"/>
          <p:cNvSpPr txBox="1"/>
          <p:nvPr/>
        </p:nvSpPr>
        <p:spPr>
          <a:xfrm>
            <a:off x="6611644" y="3880725"/>
            <a:ext cx="19203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twitter.com/RedHat</a:t>
            </a:r>
            <a:endParaRPr sz="900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78" name="Google Shape;78;p7"/>
          <p:cNvPicPr preferRelativeResize="0"/>
          <p:nvPr/>
        </p:nvPicPr>
        <p:blipFill rotWithShape="1">
          <a:blip r:embed="rId4">
            <a:alphaModFix/>
          </a:blip>
          <a:srcRect b="0" l="2508" r="2498" t="0"/>
          <a:stretch/>
        </p:blipFill>
        <p:spPr>
          <a:xfrm>
            <a:off x="6439844" y="3880729"/>
            <a:ext cx="171806" cy="180862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7"/>
          <p:cNvPicPr preferRelativeResize="0"/>
          <p:nvPr/>
        </p:nvPicPr>
        <p:blipFill rotWithShape="1">
          <a:blip r:embed="rId5">
            <a:alphaModFix/>
          </a:blip>
          <a:srcRect b="0" l="2678" r="2678" t="0"/>
          <a:stretch/>
        </p:blipFill>
        <p:spPr>
          <a:xfrm>
            <a:off x="6439844" y="3501904"/>
            <a:ext cx="171806" cy="180862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7"/>
          <p:cNvPicPr preferRelativeResize="0"/>
          <p:nvPr/>
        </p:nvPicPr>
        <p:blipFill rotWithShape="1">
          <a:blip r:embed="rId6">
            <a:alphaModFix/>
          </a:blip>
          <a:srcRect b="0" l="2508" r="2498" t="0"/>
          <a:stretch/>
        </p:blipFill>
        <p:spPr>
          <a:xfrm>
            <a:off x="4245400" y="3880729"/>
            <a:ext cx="171806" cy="180862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7"/>
          <p:cNvPicPr preferRelativeResize="0"/>
          <p:nvPr/>
        </p:nvPicPr>
        <p:blipFill rotWithShape="1">
          <a:blip r:embed="rId7">
            <a:alphaModFix/>
          </a:blip>
          <a:srcRect b="0" l="2326" r="2326" t="0"/>
          <a:stretch/>
        </p:blipFill>
        <p:spPr>
          <a:xfrm>
            <a:off x="4245400" y="3501904"/>
            <a:ext cx="171806" cy="18086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7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2 divider A">
  <p:cSld name="CUSTOM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8"/>
          <p:cNvSpPr txBox="1"/>
          <p:nvPr>
            <p:ph type="title"/>
          </p:nvPr>
        </p:nvSpPr>
        <p:spPr>
          <a:xfrm>
            <a:off x="335831" y="813421"/>
            <a:ext cx="5118600" cy="1578900"/>
          </a:xfrm>
          <a:prstGeom prst="rect">
            <a:avLst/>
          </a:prstGeom>
        </p:spPr>
        <p:txBody>
          <a:bodyPr anchorCtr="0" anchor="t" bIns="68575" lIns="329175" spcFirstLastPara="1" rIns="68575" wrap="square" tIns="685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45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45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45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45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45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45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45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45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cxnSp>
        <p:nvCxnSpPr>
          <p:cNvPr id="85" name="Google Shape;85;p8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" name="Google Shape;86;p8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" name="Google Shape;87;p8"/>
          <p:cNvSpPr txBox="1"/>
          <p:nvPr>
            <p:ph idx="1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 Medium"/>
              <a:buNone/>
              <a:defRPr sz="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88" name="Google Shape;88;p8"/>
          <p:cNvSpPr txBox="1"/>
          <p:nvPr>
            <p:ph idx="2" type="subTitle"/>
          </p:nvPr>
        </p:nvSpPr>
        <p:spPr>
          <a:xfrm>
            <a:off x="6938588" y="1307790"/>
            <a:ext cx="1593300" cy="248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141414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141414"/>
                </a:solidFill>
              </a:defRPr>
            </a:lvl2pPr>
            <a:lvl3pPr lvl="2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141414"/>
                </a:solidFill>
              </a:defRPr>
            </a:lvl3pPr>
            <a:lvl4pPr lvl="3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141414"/>
                </a:solidFill>
              </a:defRPr>
            </a:lvl4pPr>
            <a:lvl5pPr lvl="4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141414"/>
                </a:solidFill>
              </a:defRPr>
            </a:lvl5pPr>
            <a:lvl6pPr lvl="5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141414"/>
                </a:solidFill>
              </a:defRPr>
            </a:lvl6pPr>
            <a:lvl7pPr lvl="6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141414"/>
                </a:solidFill>
              </a:defRPr>
            </a:lvl7pPr>
            <a:lvl8pPr lvl="7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141414"/>
                </a:solidFill>
              </a:defRPr>
            </a:lvl8pPr>
            <a:lvl9pPr lvl="8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141414"/>
                </a:solidFill>
              </a:defRPr>
            </a:lvl9pPr>
          </a:lstStyle>
          <a:p/>
        </p:txBody>
      </p:sp>
      <p:pic>
        <p:nvPicPr>
          <p:cNvPr id="89" name="Google Shape;89;p8"/>
          <p:cNvPicPr preferRelativeResize="0"/>
          <p:nvPr/>
        </p:nvPicPr>
        <p:blipFill rotWithShape="1">
          <a:blip r:embed="rId3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2 divider B">
  <p:cSld name="CUSTOM_2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9"/>
          <p:cNvSpPr txBox="1"/>
          <p:nvPr>
            <p:ph type="title"/>
          </p:nvPr>
        </p:nvSpPr>
        <p:spPr>
          <a:xfrm>
            <a:off x="335831" y="813421"/>
            <a:ext cx="5118600" cy="1578900"/>
          </a:xfrm>
          <a:prstGeom prst="rect">
            <a:avLst/>
          </a:prstGeom>
        </p:spPr>
        <p:txBody>
          <a:bodyPr anchorCtr="0" anchor="t" bIns="68575" lIns="329175" spcFirstLastPara="1" rIns="68575" wrap="square" tIns="685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45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45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45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45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45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45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45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45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cxnSp>
        <p:nvCxnSpPr>
          <p:cNvPr id="93" name="Google Shape;93;p9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" name="Google Shape;94;p9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5" name="Google Shape;95;p9"/>
          <p:cNvSpPr txBox="1"/>
          <p:nvPr>
            <p:ph idx="1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96" name="Google Shape;96;p9"/>
          <p:cNvSpPr txBox="1"/>
          <p:nvPr>
            <p:ph idx="2" type="subTitle"/>
          </p:nvPr>
        </p:nvSpPr>
        <p:spPr>
          <a:xfrm>
            <a:off x="6938588" y="1307790"/>
            <a:ext cx="1593300" cy="248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</a:defRPr>
            </a:lvl2pPr>
            <a:lvl3pPr lvl="2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</a:defRPr>
            </a:lvl3pPr>
            <a:lvl4pPr lvl="3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</a:defRPr>
            </a:lvl4pPr>
            <a:lvl5pPr lvl="4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</a:defRPr>
            </a:lvl5pPr>
            <a:lvl6pPr lvl="5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</a:defRPr>
            </a:lvl6pPr>
            <a:lvl7pPr lvl="6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</a:defRPr>
            </a:lvl7pPr>
            <a:lvl8pPr lvl="7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</a:defRPr>
            </a:lvl8pPr>
            <a:lvl9pPr lvl="8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97" name="Google Shape;97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33460" y="4734378"/>
            <a:ext cx="731888" cy="172209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call out A">
  <p:cSld name="CUSTOM_2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0" name="Google Shape;100;p10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" name="Google Shape;101;p10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2" name="Google Shape;102;p10"/>
          <p:cNvSpPr txBox="1"/>
          <p:nvPr>
            <p:ph idx="1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pic>
        <p:nvPicPr>
          <p:cNvPr id="103" name="Google Shape;10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33460" y="4734378"/>
            <a:ext cx="731888" cy="172209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5" name="Google Shape;105;p10"/>
          <p:cNvSpPr txBox="1"/>
          <p:nvPr>
            <p:ph idx="2" type="subTitle"/>
          </p:nvPr>
        </p:nvSpPr>
        <p:spPr>
          <a:xfrm>
            <a:off x="6938588" y="1679691"/>
            <a:ext cx="1593300" cy="236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2pPr>
            <a:lvl3pPr lvl="2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3pPr>
            <a:lvl4pPr lvl="3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4pPr>
            <a:lvl5pPr lvl="4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5pPr>
            <a:lvl6pPr lvl="5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6pPr>
            <a:lvl7pPr lvl="6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7pPr>
            <a:lvl8pPr lvl="7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8pPr>
            <a:lvl9pPr lvl="8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06" name="Google Shape;106;p10"/>
          <p:cNvSpPr txBox="1"/>
          <p:nvPr>
            <p:ph idx="3" type="subTitle"/>
          </p:nvPr>
        </p:nvSpPr>
        <p:spPr>
          <a:xfrm>
            <a:off x="6938588" y="1265269"/>
            <a:ext cx="1593300" cy="266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ed Hat Display Medium"/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400"/>
              </a:spcBef>
              <a:spcAft>
                <a:spcPts val="40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2 divider C">
  <p:cSld name="CUSTOM_2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1"/>
          <p:cNvSpPr txBox="1"/>
          <p:nvPr>
            <p:ph type="title"/>
          </p:nvPr>
        </p:nvSpPr>
        <p:spPr>
          <a:xfrm>
            <a:off x="335831" y="813421"/>
            <a:ext cx="5118600" cy="1578900"/>
          </a:xfrm>
          <a:prstGeom prst="rect">
            <a:avLst/>
          </a:prstGeom>
        </p:spPr>
        <p:txBody>
          <a:bodyPr anchorCtr="0" anchor="t" bIns="68575" lIns="329175" spcFirstLastPara="1" rIns="68575" wrap="square" tIns="685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45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45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45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45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45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45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45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45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cxnSp>
        <p:nvCxnSpPr>
          <p:cNvPr id="109" name="Google Shape;109;p11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" name="Google Shape;110;p11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1" name="Google Shape;111;p11"/>
          <p:cNvSpPr txBox="1"/>
          <p:nvPr>
            <p:ph idx="1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112" name="Google Shape;112;p11"/>
          <p:cNvSpPr txBox="1"/>
          <p:nvPr>
            <p:ph idx="2" type="subTitle"/>
          </p:nvPr>
        </p:nvSpPr>
        <p:spPr>
          <a:xfrm>
            <a:off x="6938588" y="1307790"/>
            <a:ext cx="1593300" cy="248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EBEBEB"/>
                </a:solidFill>
              </a:defRPr>
            </a:lvl1pPr>
            <a:lvl2pPr lvl="1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EBEBEB"/>
                </a:solidFill>
              </a:defRPr>
            </a:lvl2pPr>
            <a:lvl3pPr lvl="2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EBEBEB"/>
                </a:solidFill>
              </a:defRPr>
            </a:lvl3pPr>
            <a:lvl4pPr lvl="3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EBEBEB"/>
                </a:solidFill>
              </a:defRPr>
            </a:lvl4pPr>
            <a:lvl5pPr lvl="4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EBEBEB"/>
                </a:solidFill>
              </a:defRPr>
            </a:lvl5pPr>
            <a:lvl6pPr lvl="5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EBEBEB"/>
                </a:solidFill>
              </a:defRPr>
            </a:lvl6pPr>
            <a:lvl7pPr lvl="6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EBEBEB"/>
                </a:solidFill>
              </a:defRPr>
            </a:lvl7pPr>
            <a:lvl8pPr lvl="7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EBEBEB"/>
                </a:solidFill>
              </a:defRPr>
            </a:lvl8pPr>
            <a:lvl9pPr lvl="8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EBEBEB"/>
                </a:solidFill>
              </a:defRPr>
            </a:lvl9pPr>
          </a:lstStyle>
          <a:p/>
        </p:txBody>
      </p:sp>
      <p:pic>
        <p:nvPicPr>
          <p:cNvPr id="113" name="Google Shape;113;p11"/>
          <p:cNvPicPr preferRelativeResize="0"/>
          <p:nvPr/>
        </p:nvPicPr>
        <p:blipFill rotWithShape="1">
          <a:blip r:embed="rId3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1"/>
          <p:cNvSpPr txBox="1"/>
          <p:nvPr>
            <p:ph idx="3" type="subTitle"/>
          </p:nvPr>
        </p:nvSpPr>
        <p:spPr>
          <a:xfrm>
            <a:off x="6938588" y="1307790"/>
            <a:ext cx="1593300" cy="248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dk1"/>
                </a:solidFill>
              </a:defRPr>
            </a:lvl2pPr>
            <a:lvl3pPr lvl="2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dk1"/>
                </a:solidFill>
              </a:defRPr>
            </a:lvl3pPr>
            <a:lvl4pPr lvl="3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dk1"/>
                </a:solidFill>
              </a:defRPr>
            </a:lvl4pPr>
            <a:lvl5pPr lvl="4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dk1"/>
                </a:solidFill>
              </a:defRPr>
            </a:lvl5pPr>
            <a:lvl6pPr lvl="5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dk1"/>
                </a:solidFill>
              </a:defRPr>
            </a:lvl6pPr>
            <a:lvl7pPr lvl="6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dk1"/>
                </a:solidFill>
              </a:defRPr>
            </a:lvl7pPr>
            <a:lvl8pPr lvl="7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dk1"/>
                </a:solidFill>
              </a:defRPr>
            </a:lvl8pPr>
            <a:lvl9pPr lvl="8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5" name="Google Shape;115;p11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call out B">
  <p:cSld name="CUSTOM_2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2"/>
          <p:cNvSpPr txBox="1"/>
          <p:nvPr>
            <p:ph idx="1" type="subTitle"/>
          </p:nvPr>
        </p:nvSpPr>
        <p:spPr>
          <a:xfrm>
            <a:off x="6938588" y="1679691"/>
            <a:ext cx="1593300" cy="236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dk1"/>
                </a:solidFill>
              </a:defRPr>
            </a:lvl2pPr>
            <a:lvl3pPr lvl="2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dk1"/>
                </a:solidFill>
              </a:defRPr>
            </a:lvl3pPr>
            <a:lvl4pPr lvl="3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dk1"/>
                </a:solidFill>
              </a:defRPr>
            </a:lvl4pPr>
            <a:lvl5pPr lvl="4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dk1"/>
                </a:solidFill>
              </a:defRPr>
            </a:lvl5pPr>
            <a:lvl6pPr lvl="5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dk1"/>
                </a:solidFill>
              </a:defRPr>
            </a:lvl6pPr>
            <a:lvl7pPr lvl="6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dk1"/>
                </a:solidFill>
              </a:defRPr>
            </a:lvl7pPr>
            <a:lvl8pPr lvl="7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dk1"/>
                </a:solidFill>
              </a:defRPr>
            </a:lvl8pPr>
            <a:lvl9pPr lvl="8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8" name="Google Shape;118;p12"/>
          <p:cNvSpPr txBox="1"/>
          <p:nvPr>
            <p:ph idx="2" type="subTitle"/>
          </p:nvPr>
        </p:nvSpPr>
        <p:spPr>
          <a:xfrm>
            <a:off x="6938588" y="1265269"/>
            <a:ext cx="1593300" cy="266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100"/>
              <a:buFont typeface="Red Hat Display Medium"/>
              <a:buNone/>
              <a:defRPr sz="11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400"/>
              </a:spcBef>
              <a:spcAft>
                <a:spcPts val="40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19" name="Google Shape;119;p12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" name="Google Shape;120;p12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1" name="Google Shape;121;p12"/>
          <p:cNvSpPr txBox="1"/>
          <p:nvPr>
            <p:ph idx="3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pic>
        <p:nvPicPr>
          <p:cNvPr id="122" name="Google Shape;122;p12"/>
          <p:cNvPicPr preferRelativeResize="0"/>
          <p:nvPr/>
        </p:nvPicPr>
        <p:blipFill rotWithShape="1">
          <a:blip r:embed="rId3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2 divider D">
  <p:cSld name="CUSTOM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3"/>
          <p:cNvSpPr txBox="1"/>
          <p:nvPr>
            <p:ph type="title"/>
          </p:nvPr>
        </p:nvSpPr>
        <p:spPr>
          <a:xfrm>
            <a:off x="1557019" y="1412438"/>
            <a:ext cx="5994000" cy="230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100">
                <a:solidFill>
                  <a:schemeClr val="accen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100">
                <a:solidFill>
                  <a:schemeClr val="accen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100">
                <a:solidFill>
                  <a:schemeClr val="accen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100">
                <a:solidFill>
                  <a:schemeClr val="accen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100">
                <a:solidFill>
                  <a:schemeClr val="accen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100">
                <a:solidFill>
                  <a:schemeClr val="accen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100">
                <a:solidFill>
                  <a:schemeClr val="accen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100">
                <a:solidFill>
                  <a:schemeClr val="accen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100">
                <a:solidFill>
                  <a:schemeClr val="accent1"/>
                </a:solidFill>
              </a:defRPr>
            </a:lvl9pPr>
          </a:lstStyle>
          <a:p/>
        </p:txBody>
      </p:sp>
      <p:cxnSp>
        <p:nvCxnSpPr>
          <p:cNvPr id="126" name="Google Shape;126;p13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7" name="Google Shape;127;p13"/>
          <p:cNvSpPr txBox="1"/>
          <p:nvPr>
            <p:ph idx="1" type="subTitle"/>
          </p:nvPr>
        </p:nvSpPr>
        <p:spPr>
          <a:xfrm rot="5400000">
            <a:off x="-1603762" y="1603800"/>
            <a:ext cx="3861600" cy="654000"/>
          </a:xfrm>
          <a:prstGeom prst="rect">
            <a:avLst/>
          </a:prstGeom>
        </p:spPr>
        <p:txBody>
          <a:bodyPr anchorCtr="0" anchor="ctr" bIns="68575" lIns="377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 Medium"/>
              <a:buNone/>
              <a:defRPr sz="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pic>
        <p:nvPicPr>
          <p:cNvPr id="128" name="Google Shape;128;p13"/>
          <p:cNvPicPr preferRelativeResize="0"/>
          <p:nvPr/>
        </p:nvPicPr>
        <p:blipFill rotWithShape="1">
          <a:blip r:embed="rId3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9" name="Google Shape;129;p13"/>
          <p:cNvCxnSpPr/>
          <p:nvPr/>
        </p:nvCxnSpPr>
        <p:spPr>
          <a:xfrm>
            <a:off x="1557019" y="1240275"/>
            <a:ext cx="1043100" cy="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0" name="Google Shape;130;p13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1 divider">
  <p:cSld name="CUSTOM_3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4"/>
          <p:cNvSpPr txBox="1"/>
          <p:nvPr>
            <p:ph type="title"/>
          </p:nvPr>
        </p:nvSpPr>
        <p:spPr>
          <a:xfrm>
            <a:off x="1557019" y="1412438"/>
            <a:ext cx="5994000" cy="230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1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1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1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1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1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1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1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1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100"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33" name="Google Shape;133;p14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rgbClr val="80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34" name="Google Shape;134;p14"/>
          <p:cNvPicPr preferRelativeResize="0"/>
          <p:nvPr/>
        </p:nvPicPr>
        <p:blipFill rotWithShape="1">
          <a:blip r:embed="rId3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5" name="Google Shape;135;p14"/>
          <p:cNvCxnSpPr/>
          <p:nvPr/>
        </p:nvCxnSpPr>
        <p:spPr>
          <a:xfrm>
            <a:off x="1557019" y="1240275"/>
            <a:ext cx="1043100" cy="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" name="Google Shape;136;p14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rgbClr val="8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7" name="Google Shape;137;p14"/>
          <p:cNvSpPr txBox="1"/>
          <p:nvPr>
            <p:ph idx="1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 Medium"/>
              <a:buNone/>
              <a:defRPr sz="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138" name="Google Shape;138;p14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 3 divider">
  <p:cSld name="CUSTOM_3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"/>
          <p:cNvSpPr txBox="1"/>
          <p:nvPr>
            <p:ph type="title"/>
          </p:nvPr>
        </p:nvSpPr>
        <p:spPr>
          <a:xfrm>
            <a:off x="4255575" y="1224713"/>
            <a:ext cx="3777900" cy="29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1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1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1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1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1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1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1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1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100"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41" name="Google Shape;141;p15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2" name="Google Shape;142;p15"/>
          <p:cNvSpPr txBox="1"/>
          <p:nvPr>
            <p:ph idx="1" type="subTitle"/>
          </p:nvPr>
        </p:nvSpPr>
        <p:spPr>
          <a:xfrm rot="5400000">
            <a:off x="-1603762" y="1603800"/>
            <a:ext cx="3861600" cy="654000"/>
          </a:xfrm>
          <a:prstGeom prst="rect">
            <a:avLst/>
          </a:prstGeom>
        </p:spPr>
        <p:txBody>
          <a:bodyPr anchorCtr="0" anchor="ctr" bIns="68575" lIns="377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 Medium"/>
              <a:buNone/>
              <a:defRPr sz="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pic>
        <p:nvPicPr>
          <p:cNvPr id="143" name="Google Shape;14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33460" y="4734378"/>
            <a:ext cx="731888" cy="172209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5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tle">
  <p:cSld name="CUSTOM_4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6"/>
          <p:cNvSpPr txBox="1"/>
          <p:nvPr>
            <p:ph idx="1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147" name="Google Shape;147;p16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8" name="Google Shape;148;p16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9" name="Google Shape;149;p16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50" name="Google Shape;150;p16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6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152" name="Google Shape;152;p16"/>
          <p:cNvSpPr txBox="1"/>
          <p:nvPr>
            <p:ph idx="2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hree chevrons">
  <p:cSld name="CUSTOM_4_20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7"/>
          <p:cNvSpPr txBox="1"/>
          <p:nvPr>
            <p:ph idx="1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cxnSp>
        <p:nvCxnSpPr>
          <p:cNvPr id="155" name="Google Shape;155;p17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6" name="Google Shape;156;p17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7" name="Google Shape;157;p17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58" name="Google Shape;158;p17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7"/>
          <p:cNvSpPr/>
          <p:nvPr/>
        </p:nvSpPr>
        <p:spPr>
          <a:xfrm>
            <a:off x="2926125" y="1855228"/>
            <a:ext cx="3291900" cy="2026800"/>
          </a:xfrm>
          <a:prstGeom prst="chevron">
            <a:avLst>
              <a:gd fmla="val 2731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7"/>
          <p:cNvSpPr/>
          <p:nvPr/>
        </p:nvSpPr>
        <p:spPr>
          <a:xfrm>
            <a:off x="5852250" y="1855238"/>
            <a:ext cx="3291900" cy="2026800"/>
          </a:xfrm>
          <a:prstGeom prst="chevron">
            <a:avLst>
              <a:gd fmla="val 2731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61" name="Google Shape;161;p17"/>
          <p:cNvSpPr/>
          <p:nvPr/>
        </p:nvSpPr>
        <p:spPr>
          <a:xfrm>
            <a:off x="0" y="1855238"/>
            <a:ext cx="3291900" cy="2026800"/>
          </a:xfrm>
          <a:prstGeom prst="chevron">
            <a:avLst>
              <a:gd fmla="val 2731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62" name="Google Shape;162;p17"/>
          <p:cNvSpPr/>
          <p:nvPr/>
        </p:nvSpPr>
        <p:spPr>
          <a:xfrm>
            <a:off x="0" y="1855228"/>
            <a:ext cx="840300" cy="2026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7"/>
          <p:cNvSpPr/>
          <p:nvPr/>
        </p:nvSpPr>
        <p:spPr>
          <a:xfrm>
            <a:off x="8303625" y="1855228"/>
            <a:ext cx="840300" cy="2026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7"/>
          <p:cNvSpPr txBox="1"/>
          <p:nvPr>
            <p:ph idx="2" type="subTitle"/>
          </p:nvPr>
        </p:nvSpPr>
        <p:spPr>
          <a:xfrm>
            <a:off x="2926125" y="1855238"/>
            <a:ext cx="3291900" cy="2026800"/>
          </a:xfrm>
          <a:prstGeom prst="rect">
            <a:avLst/>
          </a:prstGeom>
        </p:spPr>
        <p:txBody>
          <a:bodyPr anchorCtr="0" anchor="ctr" bIns="0" lIns="822950" spcFirstLastPara="1" rIns="342900" wrap="square" tIns="6857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  <a:defRPr/>
            </a:lvl9pPr>
          </a:lstStyle>
          <a:p/>
        </p:txBody>
      </p:sp>
      <p:sp>
        <p:nvSpPr>
          <p:cNvPr id="165" name="Google Shape;165;p17"/>
          <p:cNvSpPr txBox="1"/>
          <p:nvPr>
            <p:ph idx="3" type="subTitle"/>
          </p:nvPr>
        </p:nvSpPr>
        <p:spPr>
          <a:xfrm>
            <a:off x="0" y="1855238"/>
            <a:ext cx="3291900" cy="2026800"/>
          </a:xfrm>
          <a:prstGeom prst="rect">
            <a:avLst/>
          </a:prstGeom>
        </p:spPr>
        <p:txBody>
          <a:bodyPr anchorCtr="0" anchor="ctr" bIns="0" lIns="651500" spcFirstLastPara="1" rIns="548625" wrap="square" tIns="6857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  <a:defRPr/>
            </a:lvl9pPr>
          </a:lstStyle>
          <a:p/>
        </p:txBody>
      </p:sp>
      <p:sp>
        <p:nvSpPr>
          <p:cNvPr id="166" name="Google Shape;166;p17"/>
          <p:cNvSpPr txBox="1"/>
          <p:nvPr>
            <p:ph idx="4" type="subTitle"/>
          </p:nvPr>
        </p:nvSpPr>
        <p:spPr>
          <a:xfrm>
            <a:off x="5852250" y="1855238"/>
            <a:ext cx="3291900" cy="2026800"/>
          </a:xfrm>
          <a:prstGeom prst="rect">
            <a:avLst/>
          </a:prstGeom>
        </p:spPr>
        <p:txBody>
          <a:bodyPr anchorCtr="0" anchor="ctr" bIns="0" lIns="822950" spcFirstLastPara="1" rIns="342900" wrap="square" tIns="6857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  <a:defRPr/>
            </a:lvl9pPr>
          </a:lstStyle>
          <a:p/>
        </p:txBody>
      </p:sp>
      <p:sp>
        <p:nvSpPr>
          <p:cNvPr id="167" name="Google Shape;167;p17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168" name="Google Shape;168;p17"/>
          <p:cNvSpPr txBox="1"/>
          <p:nvPr>
            <p:ph idx="5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wo chevrons">
  <p:cSld name="CUSTOM_4_20_1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0" name="Google Shape;170;p18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1" name="Google Shape;171;p18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2" name="Google Shape;172;p18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73" name="Google Shape;173;p18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8"/>
          <p:cNvSpPr txBox="1"/>
          <p:nvPr>
            <p:ph idx="1" type="subTitle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5" name="Google Shape;175;p18"/>
          <p:cNvSpPr/>
          <p:nvPr/>
        </p:nvSpPr>
        <p:spPr>
          <a:xfrm>
            <a:off x="0" y="1855228"/>
            <a:ext cx="840300" cy="2026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8"/>
          <p:cNvSpPr/>
          <p:nvPr/>
        </p:nvSpPr>
        <p:spPr>
          <a:xfrm>
            <a:off x="8303625" y="1855228"/>
            <a:ext cx="840300" cy="2026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8"/>
          <p:cNvSpPr/>
          <p:nvPr/>
        </p:nvSpPr>
        <p:spPr>
          <a:xfrm>
            <a:off x="4397850" y="1855238"/>
            <a:ext cx="4746000" cy="2026800"/>
          </a:xfrm>
          <a:prstGeom prst="chevron">
            <a:avLst>
              <a:gd fmla="val 2731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78" name="Google Shape;178;p18"/>
          <p:cNvSpPr/>
          <p:nvPr/>
        </p:nvSpPr>
        <p:spPr>
          <a:xfrm>
            <a:off x="0" y="1855238"/>
            <a:ext cx="4746000" cy="2026800"/>
          </a:xfrm>
          <a:prstGeom prst="chevron">
            <a:avLst>
              <a:gd fmla="val 2731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79" name="Google Shape;179;p18"/>
          <p:cNvSpPr txBox="1"/>
          <p:nvPr>
            <p:ph idx="2" type="subTitle"/>
          </p:nvPr>
        </p:nvSpPr>
        <p:spPr>
          <a:xfrm>
            <a:off x="0" y="1855238"/>
            <a:ext cx="4746000" cy="2026800"/>
          </a:xfrm>
          <a:prstGeom prst="rect">
            <a:avLst/>
          </a:prstGeom>
        </p:spPr>
        <p:txBody>
          <a:bodyPr anchorCtr="0" anchor="ctr" bIns="0" lIns="651500" spcFirstLastPara="1" rIns="685800" wrap="square" tIns="6857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  <a:defRPr/>
            </a:lvl9pPr>
          </a:lstStyle>
          <a:p/>
        </p:txBody>
      </p:sp>
      <p:sp>
        <p:nvSpPr>
          <p:cNvPr id="180" name="Google Shape;180;p18"/>
          <p:cNvSpPr txBox="1"/>
          <p:nvPr>
            <p:ph idx="3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81" name="Google Shape;181;p18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182" name="Google Shape;182;p18"/>
          <p:cNvSpPr txBox="1"/>
          <p:nvPr>
            <p:ph idx="4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3" name="Google Shape;183;p18"/>
          <p:cNvSpPr txBox="1"/>
          <p:nvPr>
            <p:ph idx="5" type="subTitle"/>
          </p:nvPr>
        </p:nvSpPr>
        <p:spPr>
          <a:xfrm>
            <a:off x="4974750" y="1855238"/>
            <a:ext cx="4746000" cy="2026800"/>
          </a:xfrm>
          <a:prstGeom prst="rect">
            <a:avLst/>
          </a:prstGeom>
        </p:spPr>
        <p:txBody>
          <a:bodyPr anchorCtr="0" anchor="ctr" bIns="0" lIns="651500" spcFirstLastPara="1" rIns="685800" wrap="square" tIns="6857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hree circles">
  <p:cSld name="CUSTOM_4_19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5" name="Google Shape;185;p19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6" name="Google Shape;186;p19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7" name="Google Shape;187;p19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88" name="Google Shape;188;p19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9"/>
          <p:cNvSpPr txBox="1"/>
          <p:nvPr>
            <p:ph idx="1" type="subTitle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190" name="Google Shape;19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07644" y="1722319"/>
            <a:ext cx="6528711" cy="2435438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9"/>
          <p:cNvSpPr txBox="1"/>
          <p:nvPr>
            <p:ph idx="2" type="subTitle"/>
          </p:nvPr>
        </p:nvSpPr>
        <p:spPr>
          <a:xfrm>
            <a:off x="1696780" y="2223771"/>
            <a:ext cx="1636200" cy="1432500"/>
          </a:xfrm>
          <a:prstGeom prst="rect">
            <a:avLst/>
          </a:prstGeom>
        </p:spPr>
        <p:txBody>
          <a:bodyPr anchorCtr="0" anchor="ctr" bIns="68575" lIns="205725" spcFirstLastPara="1" rIns="205725" wrap="square" tIns="685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192" name="Google Shape;192;p19"/>
          <p:cNvSpPr txBox="1"/>
          <p:nvPr>
            <p:ph idx="3" type="subTitle"/>
          </p:nvPr>
        </p:nvSpPr>
        <p:spPr>
          <a:xfrm>
            <a:off x="3753949" y="2223767"/>
            <a:ext cx="1636200" cy="1432500"/>
          </a:xfrm>
          <a:prstGeom prst="rect">
            <a:avLst/>
          </a:prstGeom>
        </p:spPr>
        <p:txBody>
          <a:bodyPr anchorCtr="0" anchor="ctr" bIns="68575" lIns="205725" spcFirstLastPara="1" rIns="205725" wrap="square" tIns="685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193" name="Google Shape;193;p19"/>
          <p:cNvSpPr txBox="1"/>
          <p:nvPr>
            <p:ph idx="4" type="subTitle"/>
          </p:nvPr>
        </p:nvSpPr>
        <p:spPr>
          <a:xfrm>
            <a:off x="5811118" y="2223767"/>
            <a:ext cx="1636200" cy="1432500"/>
          </a:xfrm>
          <a:prstGeom prst="rect">
            <a:avLst/>
          </a:prstGeom>
        </p:spPr>
        <p:txBody>
          <a:bodyPr anchorCtr="0" anchor="ctr" bIns="68575" lIns="205725" spcFirstLastPara="1" rIns="205725" wrap="square" tIns="685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/>
        </p:txBody>
      </p:sp>
      <p:sp>
        <p:nvSpPr>
          <p:cNvPr id="194" name="Google Shape;194;p19"/>
          <p:cNvSpPr txBox="1"/>
          <p:nvPr>
            <p:ph idx="5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95" name="Google Shape;195;p19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196" name="Google Shape;196;p19"/>
          <p:cNvSpPr txBox="1"/>
          <p:nvPr>
            <p:ph idx="6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blank">
  <p:cSld name="CUSTOM_4_18"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0"/>
          <p:cNvSpPr txBox="1"/>
          <p:nvPr>
            <p:ph idx="1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cxnSp>
        <p:nvCxnSpPr>
          <p:cNvPr id="199" name="Google Shape;199;p20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0" name="Google Shape;200;p20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1" name="Google Shape;201;p20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02" name="Google Shape;202;p20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0"/>
          <p:cNvSpPr txBox="1"/>
          <p:nvPr>
            <p:ph idx="2" type="subTitle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CUSTOM_4_18_1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5" name="Google Shape;205;p21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6" name="Google Shape;206;p21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7" name="Google Shape;207;p21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08" name="Google Shape;208;p21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tle, subhead, and body">
  <p:cSld name="CUSTOM_4_17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2"/>
          <p:cNvSpPr txBox="1"/>
          <p:nvPr>
            <p:ph idx="1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11" name="Google Shape;211;p22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cxnSp>
        <p:nvCxnSpPr>
          <p:cNvPr id="212" name="Google Shape;212;p22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3" name="Google Shape;213;p22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4" name="Google Shape;214;p22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15" name="Google Shape;215;p22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2"/>
          <p:cNvSpPr txBox="1"/>
          <p:nvPr>
            <p:ph idx="2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17" name="Google Shape;217;p22"/>
          <p:cNvSpPr txBox="1"/>
          <p:nvPr>
            <p:ph idx="3" type="subTitle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8" name="Google Shape;218;p22"/>
          <p:cNvSpPr txBox="1"/>
          <p:nvPr>
            <p:ph idx="4" type="body"/>
          </p:nvPr>
        </p:nvSpPr>
        <p:spPr>
          <a:xfrm>
            <a:off x="1828800" y="1714500"/>
            <a:ext cx="5486400" cy="27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▸"/>
              <a:defRPr/>
            </a:lvl1pPr>
            <a:lvl2pPr indent="-317500" lvl="1" marL="91440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2pPr>
            <a:lvl3pPr indent="-317500" lvl="2" marL="137160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3pPr>
            <a:lvl4pPr indent="-317500" lvl="3" marL="182880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4pPr>
            <a:lvl5pPr indent="-317500" lvl="4" marL="228600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5pPr>
            <a:lvl6pPr indent="-317500" lvl="5" marL="274320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6pPr>
            <a:lvl7pPr indent="-317500" lvl="6" marL="320040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7pPr>
            <a:lvl8pPr indent="-317500" lvl="7" marL="365760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8pPr>
            <a:lvl9pPr indent="-317500" lvl="8" marL="4114800" rtl="0">
              <a:lnSpc>
                <a:spcPct val="135000"/>
              </a:lnSpc>
              <a:spcBef>
                <a:spcPts val="800"/>
              </a:spcBef>
              <a:spcAft>
                <a:spcPts val="800"/>
              </a:spcAft>
              <a:buSzPts val="1400"/>
              <a:buChar char="･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tle and body">
  <p:cSld name="CUSTOM_4_17_2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0" name="Google Shape;220;p23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1" name="Google Shape;221;p23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2" name="Google Shape;222;p23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23" name="Google Shape;223;p23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3"/>
          <p:cNvSpPr txBox="1"/>
          <p:nvPr>
            <p:ph idx="1" type="subTitle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5" name="Google Shape;225;p23"/>
          <p:cNvSpPr txBox="1"/>
          <p:nvPr>
            <p:ph idx="2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26" name="Google Shape;226;p23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27" name="Google Shape;227;p23"/>
          <p:cNvSpPr txBox="1"/>
          <p:nvPr>
            <p:ph idx="3" type="body"/>
          </p:nvPr>
        </p:nvSpPr>
        <p:spPr>
          <a:xfrm>
            <a:off x="1828800" y="1714500"/>
            <a:ext cx="5486400" cy="27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▸"/>
              <a:defRPr/>
            </a:lvl1pPr>
            <a:lvl2pPr indent="-317500" lvl="1" marL="91440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2pPr>
            <a:lvl3pPr indent="-317500" lvl="2" marL="137160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3pPr>
            <a:lvl4pPr indent="-317500" lvl="3" marL="182880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4pPr>
            <a:lvl5pPr indent="-317500" lvl="4" marL="228600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5pPr>
            <a:lvl6pPr indent="-317500" lvl="5" marL="274320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6pPr>
            <a:lvl7pPr indent="-317500" lvl="6" marL="320040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7pPr>
            <a:lvl8pPr indent="-317500" lvl="7" marL="365760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8pPr>
            <a:lvl9pPr indent="-317500" lvl="8" marL="4114800" rtl="0">
              <a:lnSpc>
                <a:spcPct val="135000"/>
              </a:lnSpc>
              <a:spcBef>
                <a:spcPts val="800"/>
              </a:spcBef>
              <a:spcAft>
                <a:spcPts val="800"/>
              </a:spcAft>
              <a:buSzPts val="1400"/>
              <a:buChar char="･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body">
  <p:cSld name="CUSTOM_4_17_2_1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4"/>
          <p:cNvSpPr txBox="1"/>
          <p:nvPr>
            <p:ph idx="1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230" name="Google Shape;230;p24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1" name="Google Shape;231;p24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2" name="Google Shape;232;p24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33" name="Google Shape;233;p24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4"/>
          <p:cNvSpPr txBox="1"/>
          <p:nvPr>
            <p:ph idx="2" type="subTitle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5" name="Google Shape;235;p24"/>
          <p:cNvSpPr txBox="1"/>
          <p:nvPr>
            <p:ph idx="3" type="body"/>
          </p:nvPr>
        </p:nvSpPr>
        <p:spPr>
          <a:xfrm>
            <a:off x="1828800" y="1200150"/>
            <a:ext cx="5486400" cy="274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▸"/>
              <a:defRPr/>
            </a:lvl1pPr>
            <a:lvl2pPr indent="-317500" lvl="1" marL="91440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2pPr>
            <a:lvl3pPr indent="-317500" lvl="2" marL="137160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3pPr>
            <a:lvl4pPr indent="-317500" lvl="3" marL="182880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4pPr>
            <a:lvl5pPr indent="-317500" lvl="4" marL="228600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5pPr>
            <a:lvl6pPr indent="-317500" lvl="5" marL="274320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6pPr>
            <a:lvl7pPr indent="-317500" lvl="6" marL="320040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7pPr>
            <a:lvl8pPr indent="-317500" lvl="7" marL="365760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8pPr>
            <a:lvl9pPr indent="-317500" lvl="8" marL="4114800" rtl="0">
              <a:lnSpc>
                <a:spcPct val="135000"/>
              </a:lnSpc>
              <a:spcBef>
                <a:spcPts val="800"/>
              </a:spcBef>
              <a:spcAft>
                <a:spcPts val="800"/>
              </a:spcAft>
              <a:buSzPts val="1400"/>
              <a:buChar char="･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tle and two column body">
  <p:cSld name="CUSTOM_4_17_1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7" name="Google Shape;237;p25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8" name="Google Shape;238;p25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9" name="Google Shape;239;p25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40" name="Google Shape;240;p25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5"/>
          <p:cNvSpPr txBox="1"/>
          <p:nvPr>
            <p:ph idx="1" type="subTitle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2" name="Google Shape;242;p25"/>
          <p:cNvSpPr txBox="1"/>
          <p:nvPr>
            <p:ph idx="2" type="body"/>
          </p:nvPr>
        </p:nvSpPr>
        <p:spPr>
          <a:xfrm>
            <a:off x="663844" y="1718383"/>
            <a:ext cx="3703200" cy="279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▸"/>
              <a:defRPr/>
            </a:lvl1pPr>
            <a:lvl2pPr indent="-317500" lvl="1" marL="91440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2pPr>
            <a:lvl3pPr indent="-317500" lvl="2" marL="137160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3pPr>
            <a:lvl4pPr indent="-317500" lvl="3" marL="182880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4pPr>
            <a:lvl5pPr indent="-317500" lvl="4" marL="228600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5pPr>
            <a:lvl6pPr indent="-317500" lvl="5" marL="274320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6pPr>
            <a:lvl7pPr indent="-317500" lvl="6" marL="320040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7pPr>
            <a:lvl8pPr indent="-317500" lvl="7" marL="365760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8pPr>
            <a:lvl9pPr indent="-317500" lvl="8" marL="4114800" rtl="0">
              <a:lnSpc>
                <a:spcPct val="135000"/>
              </a:lnSpc>
              <a:spcBef>
                <a:spcPts val="800"/>
              </a:spcBef>
              <a:spcAft>
                <a:spcPts val="800"/>
              </a:spcAft>
              <a:buSzPts val="1400"/>
              <a:buChar char="･"/>
              <a:defRPr/>
            </a:lvl9pPr>
          </a:lstStyle>
          <a:p/>
        </p:txBody>
      </p:sp>
      <p:sp>
        <p:nvSpPr>
          <p:cNvPr id="243" name="Google Shape;243;p25"/>
          <p:cNvSpPr txBox="1"/>
          <p:nvPr>
            <p:ph idx="3" type="body"/>
          </p:nvPr>
        </p:nvSpPr>
        <p:spPr>
          <a:xfrm>
            <a:off x="4777069" y="1718381"/>
            <a:ext cx="3703200" cy="279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▸"/>
              <a:defRPr/>
            </a:lvl1pPr>
            <a:lvl2pPr indent="-317500" lvl="1" marL="91440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2pPr>
            <a:lvl3pPr indent="-317500" lvl="2" marL="137160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3pPr>
            <a:lvl4pPr indent="-317500" lvl="3" marL="182880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4pPr>
            <a:lvl5pPr indent="-317500" lvl="4" marL="228600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5pPr>
            <a:lvl6pPr indent="-317500" lvl="5" marL="274320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6pPr>
            <a:lvl7pPr indent="-317500" lvl="6" marL="320040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7pPr>
            <a:lvl8pPr indent="-317500" lvl="7" marL="365760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8pPr>
            <a:lvl9pPr indent="-317500" lvl="8" marL="4114800" rtl="0">
              <a:lnSpc>
                <a:spcPct val="135000"/>
              </a:lnSpc>
              <a:spcBef>
                <a:spcPts val="800"/>
              </a:spcBef>
              <a:spcAft>
                <a:spcPts val="800"/>
              </a:spcAft>
              <a:buSzPts val="1400"/>
              <a:buChar char="･"/>
              <a:defRPr/>
            </a:lvl9pPr>
          </a:lstStyle>
          <a:p/>
        </p:txBody>
      </p:sp>
      <p:sp>
        <p:nvSpPr>
          <p:cNvPr id="244" name="Google Shape;244;p25"/>
          <p:cNvSpPr txBox="1"/>
          <p:nvPr>
            <p:ph idx="4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45" name="Google Shape;245;p25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46" name="Google Shape;246;p25"/>
          <p:cNvSpPr txBox="1"/>
          <p:nvPr>
            <p:ph idx="5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image and column body">
  <p:cSld name="CUSTOM_4_17_1_1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8" name="Google Shape;248;p26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9" name="Google Shape;249;p26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0" name="Google Shape;250;p26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51" name="Google Shape;251;p26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6"/>
          <p:cNvSpPr txBox="1"/>
          <p:nvPr>
            <p:ph idx="1" type="subTitle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3" name="Google Shape;253;p26"/>
          <p:cNvSpPr txBox="1"/>
          <p:nvPr>
            <p:ph idx="2" type="body"/>
          </p:nvPr>
        </p:nvSpPr>
        <p:spPr>
          <a:xfrm>
            <a:off x="4777069" y="1718381"/>
            <a:ext cx="3703200" cy="279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▸"/>
              <a:defRPr/>
            </a:lvl1pPr>
            <a:lvl2pPr indent="-317500" lvl="1" marL="91440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2pPr>
            <a:lvl3pPr indent="-317500" lvl="2" marL="137160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3pPr>
            <a:lvl4pPr indent="-317500" lvl="3" marL="182880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4pPr>
            <a:lvl5pPr indent="-317500" lvl="4" marL="228600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5pPr>
            <a:lvl6pPr indent="-317500" lvl="5" marL="274320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6pPr>
            <a:lvl7pPr indent="-317500" lvl="6" marL="320040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7pPr>
            <a:lvl8pPr indent="-317500" lvl="7" marL="365760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･"/>
              <a:defRPr/>
            </a:lvl8pPr>
            <a:lvl9pPr indent="-317500" lvl="8" marL="4114800" rtl="0">
              <a:lnSpc>
                <a:spcPct val="135000"/>
              </a:lnSpc>
              <a:spcBef>
                <a:spcPts val="800"/>
              </a:spcBef>
              <a:spcAft>
                <a:spcPts val="800"/>
              </a:spcAft>
              <a:buSzPts val="1400"/>
              <a:buChar char="･"/>
              <a:defRPr/>
            </a:lvl9pPr>
          </a:lstStyle>
          <a:p/>
        </p:txBody>
      </p:sp>
      <p:sp>
        <p:nvSpPr>
          <p:cNvPr id="254" name="Google Shape;254;p26"/>
          <p:cNvSpPr txBox="1"/>
          <p:nvPr>
            <p:ph idx="3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55" name="Google Shape;255;p26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56" name="Google Shape;256;p26"/>
          <p:cNvSpPr txBox="1"/>
          <p:nvPr>
            <p:ph idx="4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meline vertical">
  <p:cSld name="CUSTOM_4_16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7"/>
          <p:cNvSpPr txBox="1"/>
          <p:nvPr>
            <p:ph idx="1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259" name="Google Shape;259;p27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0" name="Google Shape;260;p27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1" name="Google Shape;261;p27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62" name="Google Shape;262;p27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7"/>
          <p:cNvSpPr txBox="1"/>
          <p:nvPr>
            <p:ph idx="2" type="subTitle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264" name="Google Shape;264;p27"/>
          <p:cNvCxnSpPr/>
          <p:nvPr/>
        </p:nvCxnSpPr>
        <p:spPr>
          <a:xfrm>
            <a:off x="3109811" y="-5512"/>
            <a:ext cx="0" cy="5154600"/>
          </a:xfrm>
          <a:prstGeom prst="straightConnector1">
            <a:avLst/>
          </a:prstGeom>
          <a:noFill/>
          <a:ln cap="flat" cmpd="sng" w="28575">
            <a:solidFill>
              <a:srgbClr val="D5D5D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5" name="Google Shape;265;p27"/>
          <p:cNvSpPr txBox="1"/>
          <p:nvPr>
            <p:ph idx="3" type="subTitle"/>
          </p:nvPr>
        </p:nvSpPr>
        <p:spPr>
          <a:xfrm>
            <a:off x="3350831" y="1374657"/>
            <a:ext cx="3836700" cy="48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1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1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1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1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1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1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1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100"/>
            </a:lvl9pPr>
          </a:lstStyle>
          <a:p/>
        </p:txBody>
      </p:sp>
      <p:sp>
        <p:nvSpPr>
          <p:cNvPr id="266" name="Google Shape;266;p27"/>
          <p:cNvSpPr txBox="1"/>
          <p:nvPr>
            <p:ph idx="4" type="subTitle"/>
          </p:nvPr>
        </p:nvSpPr>
        <p:spPr>
          <a:xfrm>
            <a:off x="3350831" y="1080975"/>
            <a:ext cx="3404100" cy="224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67" name="Google Shape;267;p27"/>
          <p:cNvSpPr txBox="1"/>
          <p:nvPr>
            <p:ph idx="5" type="subTitle"/>
          </p:nvPr>
        </p:nvSpPr>
        <p:spPr>
          <a:xfrm>
            <a:off x="2521875" y="1374657"/>
            <a:ext cx="517500" cy="17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100"/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100"/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100"/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100"/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100"/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100"/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100"/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1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meline horizontal">
  <p:cSld name="CUSTOM_4_15"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9" name="Google Shape;269;p28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0" name="Google Shape;270;p28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1" name="Google Shape;271;p28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72" name="Google Shape;272;p28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8"/>
          <p:cNvSpPr txBox="1"/>
          <p:nvPr>
            <p:ph idx="1" type="subTitle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74" name="Google Shape;274;p28"/>
          <p:cNvSpPr txBox="1"/>
          <p:nvPr>
            <p:ph idx="2" type="subTitle"/>
          </p:nvPr>
        </p:nvSpPr>
        <p:spPr>
          <a:xfrm>
            <a:off x="1531819" y="1873120"/>
            <a:ext cx="1580100" cy="284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75" name="Google Shape;275;p28"/>
          <p:cNvSpPr txBox="1"/>
          <p:nvPr>
            <p:ph idx="3" type="subTitle"/>
          </p:nvPr>
        </p:nvSpPr>
        <p:spPr>
          <a:xfrm>
            <a:off x="1531819" y="2177606"/>
            <a:ext cx="1580100" cy="50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276" name="Google Shape;276;p28"/>
          <p:cNvSpPr txBox="1"/>
          <p:nvPr>
            <p:ph idx="4" type="subTitle"/>
          </p:nvPr>
        </p:nvSpPr>
        <p:spPr>
          <a:xfrm>
            <a:off x="1197356" y="3302681"/>
            <a:ext cx="732000" cy="176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77" name="Google Shape;277;p28"/>
          <p:cNvSpPr txBox="1"/>
          <p:nvPr>
            <p:ph idx="5" type="subTitle"/>
          </p:nvPr>
        </p:nvSpPr>
        <p:spPr>
          <a:xfrm>
            <a:off x="2459231" y="2919383"/>
            <a:ext cx="732000" cy="176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78" name="Google Shape;278;p28"/>
          <p:cNvSpPr txBox="1"/>
          <p:nvPr>
            <p:ph idx="6" type="subTitle"/>
          </p:nvPr>
        </p:nvSpPr>
        <p:spPr>
          <a:xfrm>
            <a:off x="1285069" y="3564541"/>
            <a:ext cx="1580100" cy="284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79" name="Google Shape;279;p28"/>
          <p:cNvSpPr txBox="1"/>
          <p:nvPr>
            <p:ph idx="7" type="subTitle"/>
          </p:nvPr>
        </p:nvSpPr>
        <p:spPr>
          <a:xfrm>
            <a:off x="1285069" y="3869028"/>
            <a:ext cx="1580100" cy="50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lvl="1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lvl="2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lvl="3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lvl="4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lvl="5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lvl="6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lvl="7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lvl="8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280" name="Google Shape;280;p28"/>
          <p:cNvSpPr txBox="1"/>
          <p:nvPr>
            <p:ph idx="8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81" name="Google Shape;281;p28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82" name="Google Shape;282;p28"/>
          <p:cNvSpPr txBox="1"/>
          <p:nvPr>
            <p:ph idx="9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data three callouts">
  <p:cSld name="CUSTOM_4_14"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9"/>
          <p:cNvSpPr txBox="1"/>
          <p:nvPr>
            <p:ph idx="1" type="subTitle"/>
          </p:nvPr>
        </p:nvSpPr>
        <p:spPr>
          <a:xfrm>
            <a:off x="756675" y="1827319"/>
            <a:ext cx="2261100" cy="93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85" name="Google Shape;285;p29"/>
          <p:cNvSpPr txBox="1"/>
          <p:nvPr>
            <p:ph idx="2" type="subTitle"/>
          </p:nvPr>
        </p:nvSpPr>
        <p:spPr>
          <a:xfrm>
            <a:off x="3441488" y="1827319"/>
            <a:ext cx="2261100" cy="93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86" name="Google Shape;286;p29"/>
          <p:cNvSpPr txBox="1"/>
          <p:nvPr>
            <p:ph idx="3" type="subTitle"/>
          </p:nvPr>
        </p:nvSpPr>
        <p:spPr>
          <a:xfrm>
            <a:off x="6126263" y="1827319"/>
            <a:ext cx="2261100" cy="93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cxnSp>
        <p:nvCxnSpPr>
          <p:cNvPr id="287" name="Google Shape;287;p29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8" name="Google Shape;288;p29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9" name="Google Shape;289;p29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90" name="Google Shape;290;p29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29"/>
          <p:cNvSpPr txBox="1"/>
          <p:nvPr>
            <p:ph idx="4" type="subTitle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292" name="Google Shape;292;p29"/>
          <p:cNvCxnSpPr/>
          <p:nvPr/>
        </p:nvCxnSpPr>
        <p:spPr>
          <a:xfrm>
            <a:off x="3229609" y="1995769"/>
            <a:ext cx="0" cy="1917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293" name="Google Shape;293;p29"/>
          <p:cNvCxnSpPr/>
          <p:nvPr/>
        </p:nvCxnSpPr>
        <p:spPr>
          <a:xfrm>
            <a:off x="5914384" y="1995769"/>
            <a:ext cx="0" cy="1917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294" name="Google Shape;294;p29"/>
          <p:cNvSpPr txBox="1"/>
          <p:nvPr>
            <p:ph idx="5" type="subTitle"/>
          </p:nvPr>
        </p:nvSpPr>
        <p:spPr>
          <a:xfrm>
            <a:off x="3351225" y="2757900"/>
            <a:ext cx="2441400" cy="241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95" name="Google Shape;295;p29"/>
          <p:cNvSpPr txBox="1"/>
          <p:nvPr>
            <p:ph idx="6" type="subTitle"/>
          </p:nvPr>
        </p:nvSpPr>
        <p:spPr>
          <a:xfrm>
            <a:off x="3351300" y="3124819"/>
            <a:ext cx="24414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100"/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100"/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100"/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100"/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100"/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100"/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100"/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100"/>
            </a:lvl9pPr>
          </a:lstStyle>
          <a:p/>
        </p:txBody>
      </p:sp>
      <p:sp>
        <p:nvSpPr>
          <p:cNvPr id="296" name="Google Shape;296;p29"/>
          <p:cNvSpPr txBox="1"/>
          <p:nvPr>
            <p:ph idx="7" type="subTitle"/>
          </p:nvPr>
        </p:nvSpPr>
        <p:spPr>
          <a:xfrm>
            <a:off x="6036000" y="2757900"/>
            <a:ext cx="2441400" cy="241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97" name="Google Shape;297;p29"/>
          <p:cNvSpPr txBox="1"/>
          <p:nvPr>
            <p:ph idx="8" type="subTitle"/>
          </p:nvPr>
        </p:nvSpPr>
        <p:spPr>
          <a:xfrm>
            <a:off x="6036075" y="3124819"/>
            <a:ext cx="24414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100"/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100"/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100"/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100"/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100"/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100"/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100"/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100"/>
            </a:lvl9pPr>
          </a:lstStyle>
          <a:p/>
        </p:txBody>
      </p:sp>
      <p:sp>
        <p:nvSpPr>
          <p:cNvPr id="298" name="Google Shape;298;p29"/>
          <p:cNvSpPr txBox="1"/>
          <p:nvPr>
            <p:ph idx="9" type="subTitle"/>
          </p:nvPr>
        </p:nvSpPr>
        <p:spPr>
          <a:xfrm>
            <a:off x="666450" y="2757900"/>
            <a:ext cx="2441400" cy="241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299" name="Google Shape;299;p29"/>
          <p:cNvSpPr txBox="1"/>
          <p:nvPr>
            <p:ph idx="13" type="subTitle"/>
          </p:nvPr>
        </p:nvSpPr>
        <p:spPr>
          <a:xfrm>
            <a:off x="666525" y="3124819"/>
            <a:ext cx="24414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100"/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100"/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100"/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100"/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100"/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100"/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100"/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100"/>
            </a:lvl9pPr>
          </a:lstStyle>
          <a:p/>
        </p:txBody>
      </p:sp>
      <p:sp>
        <p:nvSpPr>
          <p:cNvPr id="300" name="Google Shape;300;p29"/>
          <p:cNvSpPr txBox="1"/>
          <p:nvPr>
            <p:ph idx="14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301" name="Google Shape;301;p29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302" name="Google Shape;302;p29"/>
          <p:cNvSpPr txBox="1"/>
          <p:nvPr>
            <p:ph idx="15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data two callouts">
  <p:cSld name="CUSTOM_4_13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0"/>
          <p:cNvSpPr txBox="1"/>
          <p:nvPr>
            <p:ph idx="1" type="subTitle"/>
          </p:nvPr>
        </p:nvSpPr>
        <p:spPr>
          <a:xfrm>
            <a:off x="3416662" y="1827319"/>
            <a:ext cx="2261100" cy="93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1pPr>
            <a:lvl2pPr lvl="1" rtl="0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2pPr>
            <a:lvl3pPr lvl="2" rtl="0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3pPr>
            <a:lvl4pPr lvl="3" rtl="0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4pPr>
            <a:lvl5pPr lvl="4" rtl="0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5pPr>
            <a:lvl6pPr lvl="5" rtl="0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6pPr>
            <a:lvl7pPr lvl="6" rtl="0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8pPr>
            <a:lvl9pPr lvl="8" rtl="0">
              <a:spcBef>
                <a:spcPts val="400"/>
              </a:spcBef>
              <a:spcAft>
                <a:spcPts val="400"/>
              </a:spcAft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05" name="Google Shape;305;p30"/>
          <p:cNvSpPr txBox="1"/>
          <p:nvPr>
            <p:ph idx="2" type="subTitle"/>
          </p:nvPr>
        </p:nvSpPr>
        <p:spPr>
          <a:xfrm>
            <a:off x="5979694" y="1827319"/>
            <a:ext cx="2261100" cy="93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1pPr>
            <a:lvl2pPr lvl="1" rtl="0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2pPr>
            <a:lvl3pPr lvl="2" rtl="0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3pPr>
            <a:lvl4pPr lvl="3" rtl="0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4pPr>
            <a:lvl5pPr lvl="4" rtl="0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5pPr>
            <a:lvl6pPr lvl="5" rtl="0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6pPr>
            <a:lvl7pPr lvl="6" rtl="0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8pPr>
            <a:lvl9pPr lvl="8" rtl="0">
              <a:spcBef>
                <a:spcPts val="400"/>
              </a:spcBef>
              <a:spcAft>
                <a:spcPts val="400"/>
              </a:spcAft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cxnSp>
        <p:nvCxnSpPr>
          <p:cNvPr id="306" name="Google Shape;306;p30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7" name="Google Shape;307;p30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8" name="Google Shape;308;p30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09" name="Google Shape;309;p30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30"/>
          <p:cNvSpPr txBox="1"/>
          <p:nvPr>
            <p:ph idx="3" type="subTitle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11" name="Google Shape;311;p30"/>
          <p:cNvSpPr txBox="1"/>
          <p:nvPr>
            <p:ph idx="4" type="subTitle"/>
          </p:nvPr>
        </p:nvSpPr>
        <p:spPr>
          <a:xfrm>
            <a:off x="665850" y="1947525"/>
            <a:ext cx="2387100" cy="200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cxnSp>
        <p:nvCxnSpPr>
          <p:cNvPr id="312" name="Google Shape;312;p30"/>
          <p:cNvCxnSpPr/>
          <p:nvPr/>
        </p:nvCxnSpPr>
        <p:spPr>
          <a:xfrm>
            <a:off x="5914388" y="2758013"/>
            <a:ext cx="0" cy="105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313" name="Google Shape;313;p30"/>
          <p:cNvSpPr txBox="1"/>
          <p:nvPr>
            <p:ph idx="5" type="subTitle"/>
          </p:nvPr>
        </p:nvSpPr>
        <p:spPr>
          <a:xfrm>
            <a:off x="3465563" y="2758041"/>
            <a:ext cx="2212200" cy="241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314" name="Google Shape;314;p30"/>
          <p:cNvSpPr txBox="1"/>
          <p:nvPr>
            <p:ph idx="6" type="subTitle"/>
          </p:nvPr>
        </p:nvSpPr>
        <p:spPr>
          <a:xfrm>
            <a:off x="3465563" y="3124959"/>
            <a:ext cx="22122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rtl="0">
              <a:spcBef>
                <a:spcPts val="400"/>
              </a:spcBef>
              <a:spcAft>
                <a:spcPts val="0"/>
              </a:spcAft>
              <a:buNone/>
              <a:defRPr sz="1100"/>
            </a:lvl2pPr>
            <a:lvl3pPr lvl="2" rtl="0">
              <a:spcBef>
                <a:spcPts val="400"/>
              </a:spcBef>
              <a:spcAft>
                <a:spcPts val="0"/>
              </a:spcAft>
              <a:buNone/>
              <a:defRPr sz="1100"/>
            </a:lvl3pPr>
            <a:lvl4pPr lvl="3" rtl="0">
              <a:spcBef>
                <a:spcPts val="400"/>
              </a:spcBef>
              <a:spcAft>
                <a:spcPts val="0"/>
              </a:spcAft>
              <a:buNone/>
              <a:defRPr sz="1100"/>
            </a:lvl4pPr>
            <a:lvl5pPr lvl="4" rtl="0">
              <a:spcBef>
                <a:spcPts val="400"/>
              </a:spcBef>
              <a:spcAft>
                <a:spcPts val="0"/>
              </a:spcAft>
              <a:buNone/>
              <a:defRPr sz="1100"/>
            </a:lvl5pPr>
            <a:lvl6pPr lvl="5" rtl="0">
              <a:spcBef>
                <a:spcPts val="400"/>
              </a:spcBef>
              <a:spcAft>
                <a:spcPts val="0"/>
              </a:spcAft>
              <a:buNone/>
              <a:defRPr sz="1100"/>
            </a:lvl6pPr>
            <a:lvl7pPr lvl="6" rtl="0">
              <a:spcBef>
                <a:spcPts val="400"/>
              </a:spcBef>
              <a:spcAft>
                <a:spcPts val="0"/>
              </a:spcAft>
              <a:buNone/>
              <a:defRPr sz="1100"/>
            </a:lvl7pPr>
            <a:lvl8pPr lvl="7" rtl="0">
              <a:spcBef>
                <a:spcPts val="400"/>
              </a:spcBef>
              <a:spcAft>
                <a:spcPts val="0"/>
              </a:spcAft>
              <a:buNone/>
              <a:defRPr sz="1100"/>
            </a:lvl8pPr>
            <a:lvl9pPr lvl="8" rtl="0">
              <a:spcBef>
                <a:spcPts val="400"/>
              </a:spcBef>
              <a:spcAft>
                <a:spcPts val="400"/>
              </a:spcAft>
              <a:buNone/>
              <a:defRPr sz="1100"/>
            </a:lvl9pPr>
          </a:lstStyle>
          <a:p/>
        </p:txBody>
      </p:sp>
      <p:sp>
        <p:nvSpPr>
          <p:cNvPr id="315" name="Google Shape;315;p30"/>
          <p:cNvSpPr txBox="1"/>
          <p:nvPr>
            <p:ph idx="7" type="subTitle"/>
          </p:nvPr>
        </p:nvSpPr>
        <p:spPr>
          <a:xfrm>
            <a:off x="6038381" y="2758041"/>
            <a:ext cx="2212200" cy="241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316" name="Google Shape;316;p30"/>
          <p:cNvSpPr txBox="1"/>
          <p:nvPr>
            <p:ph idx="8" type="subTitle"/>
          </p:nvPr>
        </p:nvSpPr>
        <p:spPr>
          <a:xfrm>
            <a:off x="6038381" y="3124959"/>
            <a:ext cx="22122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rtl="0">
              <a:spcBef>
                <a:spcPts val="400"/>
              </a:spcBef>
              <a:spcAft>
                <a:spcPts val="0"/>
              </a:spcAft>
              <a:buNone/>
              <a:defRPr sz="1100"/>
            </a:lvl2pPr>
            <a:lvl3pPr lvl="2" rtl="0">
              <a:spcBef>
                <a:spcPts val="400"/>
              </a:spcBef>
              <a:spcAft>
                <a:spcPts val="0"/>
              </a:spcAft>
              <a:buNone/>
              <a:defRPr sz="1100"/>
            </a:lvl3pPr>
            <a:lvl4pPr lvl="3" rtl="0">
              <a:spcBef>
                <a:spcPts val="400"/>
              </a:spcBef>
              <a:spcAft>
                <a:spcPts val="0"/>
              </a:spcAft>
              <a:buNone/>
              <a:defRPr sz="1100"/>
            </a:lvl4pPr>
            <a:lvl5pPr lvl="4" rtl="0">
              <a:spcBef>
                <a:spcPts val="400"/>
              </a:spcBef>
              <a:spcAft>
                <a:spcPts val="0"/>
              </a:spcAft>
              <a:buNone/>
              <a:defRPr sz="1100"/>
            </a:lvl5pPr>
            <a:lvl6pPr lvl="5" rtl="0">
              <a:spcBef>
                <a:spcPts val="400"/>
              </a:spcBef>
              <a:spcAft>
                <a:spcPts val="0"/>
              </a:spcAft>
              <a:buNone/>
              <a:defRPr sz="1100"/>
            </a:lvl6pPr>
            <a:lvl7pPr lvl="6" rtl="0">
              <a:spcBef>
                <a:spcPts val="400"/>
              </a:spcBef>
              <a:spcAft>
                <a:spcPts val="0"/>
              </a:spcAft>
              <a:buNone/>
              <a:defRPr sz="1100"/>
            </a:lvl7pPr>
            <a:lvl8pPr lvl="7" rtl="0">
              <a:spcBef>
                <a:spcPts val="400"/>
              </a:spcBef>
              <a:spcAft>
                <a:spcPts val="0"/>
              </a:spcAft>
              <a:buNone/>
              <a:defRPr sz="1100"/>
            </a:lvl8pPr>
            <a:lvl9pPr lvl="8" rtl="0">
              <a:spcBef>
                <a:spcPts val="400"/>
              </a:spcBef>
              <a:spcAft>
                <a:spcPts val="400"/>
              </a:spcAft>
              <a:buNone/>
              <a:defRPr sz="1100"/>
            </a:lvl9pPr>
          </a:lstStyle>
          <a:p/>
        </p:txBody>
      </p:sp>
      <p:sp>
        <p:nvSpPr>
          <p:cNvPr id="317" name="Google Shape;317;p30"/>
          <p:cNvSpPr txBox="1"/>
          <p:nvPr>
            <p:ph idx="9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318" name="Google Shape;318;p30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319" name="Google Shape;319;p30"/>
          <p:cNvSpPr txBox="1"/>
          <p:nvPr>
            <p:ph idx="13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data two pies">
  <p:cSld name="CUSTOM_4_12"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1" name="Google Shape;321;p31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2" name="Google Shape;322;p31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3" name="Google Shape;323;p31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24" name="Google Shape;324;p31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31"/>
          <p:cNvSpPr txBox="1"/>
          <p:nvPr>
            <p:ph idx="1" type="subTitle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326" name="Google Shape;326;p31"/>
          <p:cNvCxnSpPr/>
          <p:nvPr/>
        </p:nvCxnSpPr>
        <p:spPr>
          <a:xfrm>
            <a:off x="5914388" y="3329513"/>
            <a:ext cx="0" cy="105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327" name="Google Shape;327;p31"/>
          <p:cNvSpPr txBox="1"/>
          <p:nvPr>
            <p:ph idx="2" type="subTitle"/>
          </p:nvPr>
        </p:nvSpPr>
        <p:spPr>
          <a:xfrm>
            <a:off x="665850" y="1947525"/>
            <a:ext cx="2387100" cy="200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328" name="Google Shape;328;p31"/>
          <p:cNvSpPr txBox="1"/>
          <p:nvPr>
            <p:ph idx="3" type="subTitle"/>
          </p:nvPr>
        </p:nvSpPr>
        <p:spPr>
          <a:xfrm>
            <a:off x="3465563" y="3329513"/>
            <a:ext cx="2212200" cy="241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329" name="Google Shape;329;p31"/>
          <p:cNvSpPr txBox="1"/>
          <p:nvPr>
            <p:ph idx="4" type="subTitle"/>
          </p:nvPr>
        </p:nvSpPr>
        <p:spPr>
          <a:xfrm>
            <a:off x="3465563" y="3696431"/>
            <a:ext cx="22122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rtl="0">
              <a:spcBef>
                <a:spcPts val="400"/>
              </a:spcBef>
              <a:spcAft>
                <a:spcPts val="0"/>
              </a:spcAft>
              <a:buNone/>
              <a:defRPr sz="1100"/>
            </a:lvl2pPr>
            <a:lvl3pPr lvl="2" rtl="0">
              <a:spcBef>
                <a:spcPts val="400"/>
              </a:spcBef>
              <a:spcAft>
                <a:spcPts val="0"/>
              </a:spcAft>
              <a:buNone/>
              <a:defRPr sz="1100"/>
            </a:lvl3pPr>
            <a:lvl4pPr lvl="3" rtl="0">
              <a:spcBef>
                <a:spcPts val="400"/>
              </a:spcBef>
              <a:spcAft>
                <a:spcPts val="0"/>
              </a:spcAft>
              <a:buNone/>
              <a:defRPr sz="1100"/>
            </a:lvl4pPr>
            <a:lvl5pPr lvl="4" rtl="0">
              <a:spcBef>
                <a:spcPts val="400"/>
              </a:spcBef>
              <a:spcAft>
                <a:spcPts val="0"/>
              </a:spcAft>
              <a:buNone/>
              <a:defRPr sz="1100"/>
            </a:lvl5pPr>
            <a:lvl6pPr lvl="5" rtl="0">
              <a:spcBef>
                <a:spcPts val="400"/>
              </a:spcBef>
              <a:spcAft>
                <a:spcPts val="0"/>
              </a:spcAft>
              <a:buNone/>
              <a:defRPr sz="1100"/>
            </a:lvl6pPr>
            <a:lvl7pPr lvl="6" rtl="0">
              <a:spcBef>
                <a:spcPts val="400"/>
              </a:spcBef>
              <a:spcAft>
                <a:spcPts val="0"/>
              </a:spcAft>
              <a:buNone/>
              <a:defRPr sz="1100"/>
            </a:lvl7pPr>
            <a:lvl8pPr lvl="7" rtl="0">
              <a:spcBef>
                <a:spcPts val="400"/>
              </a:spcBef>
              <a:spcAft>
                <a:spcPts val="0"/>
              </a:spcAft>
              <a:buNone/>
              <a:defRPr sz="1100"/>
            </a:lvl8pPr>
            <a:lvl9pPr lvl="8" rtl="0">
              <a:spcBef>
                <a:spcPts val="400"/>
              </a:spcBef>
              <a:spcAft>
                <a:spcPts val="400"/>
              </a:spcAft>
              <a:buNone/>
              <a:defRPr sz="1100"/>
            </a:lvl9pPr>
          </a:lstStyle>
          <a:p/>
        </p:txBody>
      </p:sp>
      <p:sp>
        <p:nvSpPr>
          <p:cNvPr id="330" name="Google Shape;330;p31"/>
          <p:cNvSpPr txBox="1"/>
          <p:nvPr>
            <p:ph idx="5" type="subTitle"/>
          </p:nvPr>
        </p:nvSpPr>
        <p:spPr>
          <a:xfrm>
            <a:off x="6038381" y="3329513"/>
            <a:ext cx="2212200" cy="241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331" name="Google Shape;331;p31"/>
          <p:cNvSpPr txBox="1"/>
          <p:nvPr>
            <p:ph idx="6" type="subTitle"/>
          </p:nvPr>
        </p:nvSpPr>
        <p:spPr>
          <a:xfrm>
            <a:off x="6038381" y="3696431"/>
            <a:ext cx="22122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rtl="0">
              <a:spcBef>
                <a:spcPts val="400"/>
              </a:spcBef>
              <a:spcAft>
                <a:spcPts val="0"/>
              </a:spcAft>
              <a:buNone/>
              <a:defRPr sz="1100"/>
            </a:lvl2pPr>
            <a:lvl3pPr lvl="2" rtl="0">
              <a:spcBef>
                <a:spcPts val="400"/>
              </a:spcBef>
              <a:spcAft>
                <a:spcPts val="0"/>
              </a:spcAft>
              <a:buNone/>
              <a:defRPr sz="1100"/>
            </a:lvl3pPr>
            <a:lvl4pPr lvl="3" rtl="0">
              <a:spcBef>
                <a:spcPts val="400"/>
              </a:spcBef>
              <a:spcAft>
                <a:spcPts val="0"/>
              </a:spcAft>
              <a:buNone/>
              <a:defRPr sz="1100"/>
            </a:lvl4pPr>
            <a:lvl5pPr lvl="4" rtl="0">
              <a:spcBef>
                <a:spcPts val="400"/>
              </a:spcBef>
              <a:spcAft>
                <a:spcPts val="0"/>
              </a:spcAft>
              <a:buNone/>
              <a:defRPr sz="1100"/>
            </a:lvl5pPr>
            <a:lvl6pPr lvl="5" rtl="0">
              <a:spcBef>
                <a:spcPts val="400"/>
              </a:spcBef>
              <a:spcAft>
                <a:spcPts val="0"/>
              </a:spcAft>
              <a:buNone/>
              <a:defRPr sz="1100"/>
            </a:lvl6pPr>
            <a:lvl7pPr lvl="6" rtl="0">
              <a:spcBef>
                <a:spcPts val="400"/>
              </a:spcBef>
              <a:spcAft>
                <a:spcPts val="0"/>
              </a:spcAft>
              <a:buNone/>
              <a:defRPr sz="1100"/>
            </a:lvl7pPr>
            <a:lvl8pPr lvl="7" rtl="0">
              <a:spcBef>
                <a:spcPts val="400"/>
              </a:spcBef>
              <a:spcAft>
                <a:spcPts val="0"/>
              </a:spcAft>
              <a:buNone/>
              <a:defRPr sz="1100"/>
            </a:lvl8pPr>
            <a:lvl9pPr lvl="8" rtl="0">
              <a:spcBef>
                <a:spcPts val="400"/>
              </a:spcBef>
              <a:spcAft>
                <a:spcPts val="400"/>
              </a:spcAft>
              <a:buNone/>
              <a:defRPr sz="1100"/>
            </a:lvl9pPr>
          </a:lstStyle>
          <a:p/>
        </p:txBody>
      </p:sp>
      <p:sp>
        <p:nvSpPr>
          <p:cNvPr id="332" name="Google Shape;332;p31"/>
          <p:cNvSpPr txBox="1"/>
          <p:nvPr>
            <p:ph idx="7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333" name="Google Shape;333;p31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334" name="Google Shape;334;p31"/>
          <p:cNvSpPr txBox="1"/>
          <p:nvPr>
            <p:ph idx="8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data large pie">
  <p:cSld name="CUSTOM_4_11"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6" name="Google Shape;336;p32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7" name="Google Shape;337;p32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8" name="Google Shape;338;p32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39" name="Google Shape;339;p32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32"/>
          <p:cNvSpPr txBox="1"/>
          <p:nvPr>
            <p:ph idx="1" type="subTitle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1" name="Google Shape;341;p32"/>
          <p:cNvSpPr txBox="1"/>
          <p:nvPr>
            <p:ph idx="2" type="subTitle"/>
          </p:nvPr>
        </p:nvSpPr>
        <p:spPr>
          <a:xfrm>
            <a:off x="665850" y="1947525"/>
            <a:ext cx="2387100" cy="200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342" name="Google Shape;342;p32"/>
          <p:cNvSpPr txBox="1"/>
          <p:nvPr>
            <p:ph idx="3" type="subTitle"/>
          </p:nvPr>
        </p:nvSpPr>
        <p:spPr>
          <a:xfrm>
            <a:off x="6808678" y="2286319"/>
            <a:ext cx="685800" cy="39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/>
            </a:lvl9pPr>
          </a:lstStyle>
          <a:p/>
        </p:txBody>
      </p:sp>
      <p:sp>
        <p:nvSpPr>
          <p:cNvPr id="343" name="Google Shape;343;p32"/>
          <p:cNvSpPr txBox="1"/>
          <p:nvPr>
            <p:ph idx="4" type="subTitle"/>
          </p:nvPr>
        </p:nvSpPr>
        <p:spPr>
          <a:xfrm>
            <a:off x="7713384" y="2286319"/>
            <a:ext cx="685800" cy="39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/>
            </a:lvl9pPr>
          </a:lstStyle>
          <a:p/>
        </p:txBody>
      </p:sp>
      <p:sp>
        <p:nvSpPr>
          <p:cNvPr id="344" name="Google Shape;344;p32"/>
          <p:cNvSpPr txBox="1"/>
          <p:nvPr>
            <p:ph idx="5" type="subTitle"/>
          </p:nvPr>
        </p:nvSpPr>
        <p:spPr>
          <a:xfrm>
            <a:off x="6808678" y="2881220"/>
            <a:ext cx="685800" cy="39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/>
            </a:lvl9pPr>
          </a:lstStyle>
          <a:p/>
        </p:txBody>
      </p:sp>
      <p:sp>
        <p:nvSpPr>
          <p:cNvPr id="345" name="Google Shape;345;p32"/>
          <p:cNvSpPr txBox="1"/>
          <p:nvPr>
            <p:ph idx="6" type="subTitle"/>
          </p:nvPr>
        </p:nvSpPr>
        <p:spPr>
          <a:xfrm>
            <a:off x="7713384" y="2881220"/>
            <a:ext cx="685800" cy="39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/>
            </a:lvl9pPr>
          </a:lstStyle>
          <a:p/>
        </p:txBody>
      </p:sp>
      <p:sp>
        <p:nvSpPr>
          <p:cNvPr id="346" name="Google Shape;346;p32"/>
          <p:cNvSpPr txBox="1"/>
          <p:nvPr>
            <p:ph idx="7" type="subTitle"/>
          </p:nvPr>
        </p:nvSpPr>
        <p:spPr>
          <a:xfrm>
            <a:off x="6808678" y="3452645"/>
            <a:ext cx="685800" cy="39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/>
            </a:lvl9pPr>
          </a:lstStyle>
          <a:p/>
        </p:txBody>
      </p:sp>
      <p:sp>
        <p:nvSpPr>
          <p:cNvPr id="347" name="Google Shape;347;p32"/>
          <p:cNvSpPr txBox="1"/>
          <p:nvPr>
            <p:ph idx="8" type="subTitle"/>
          </p:nvPr>
        </p:nvSpPr>
        <p:spPr>
          <a:xfrm>
            <a:off x="7713384" y="3452645"/>
            <a:ext cx="685800" cy="39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/>
            </a:lvl9pPr>
          </a:lstStyle>
          <a:p/>
        </p:txBody>
      </p:sp>
      <p:sp>
        <p:nvSpPr>
          <p:cNvPr id="348" name="Google Shape;348;p32"/>
          <p:cNvSpPr txBox="1"/>
          <p:nvPr>
            <p:ph idx="9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349" name="Google Shape;349;p32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350" name="Google Shape;350;p32"/>
          <p:cNvSpPr txBox="1"/>
          <p:nvPr>
            <p:ph idx="13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data percentage bars">
  <p:cSld name="CUSTOM_4_10"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2" name="Google Shape;352;p33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3" name="Google Shape;353;p33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4" name="Google Shape;354;p33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55" name="Google Shape;355;p33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3"/>
          <p:cNvSpPr txBox="1"/>
          <p:nvPr>
            <p:ph idx="1" type="subTitle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7" name="Google Shape;357;p33"/>
          <p:cNvSpPr txBox="1"/>
          <p:nvPr>
            <p:ph idx="2" type="subTitle"/>
          </p:nvPr>
        </p:nvSpPr>
        <p:spPr>
          <a:xfrm>
            <a:off x="6036038" y="2173950"/>
            <a:ext cx="25578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lvl="1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lvl="2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lvl="3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lvl="4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lvl="5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lvl="6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lvl="7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lvl="8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358" name="Google Shape;358;p33"/>
          <p:cNvSpPr txBox="1"/>
          <p:nvPr>
            <p:ph idx="3" type="subTitle"/>
          </p:nvPr>
        </p:nvSpPr>
        <p:spPr>
          <a:xfrm>
            <a:off x="6036038" y="1905450"/>
            <a:ext cx="2557800" cy="249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359" name="Google Shape;359;p33"/>
          <p:cNvSpPr txBox="1"/>
          <p:nvPr>
            <p:ph idx="4" type="subTitle"/>
          </p:nvPr>
        </p:nvSpPr>
        <p:spPr>
          <a:xfrm>
            <a:off x="6036038" y="3507600"/>
            <a:ext cx="25578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lvl="1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lvl="2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lvl="3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lvl="4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lvl="5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lvl="6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lvl="7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lvl="8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360" name="Google Shape;360;p33"/>
          <p:cNvSpPr txBox="1"/>
          <p:nvPr>
            <p:ph idx="5" type="subTitle"/>
          </p:nvPr>
        </p:nvSpPr>
        <p:spPr>
          <a:xfrm>
            <a:off x="6036038" y="3239100"/>
            <a:ext cx="2557800" cy="249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chemeClr val="accent2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chemeClr val="accent2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chemeClr val="accent2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chemeClr val="accent2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chemeClr val="accent2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chemeClr val="accent2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chemeClr val="accent2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chemeClr val="accent2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361" name="Google Shape;361;p33"/>
          <p:cNvSpPr/>
          <p:nvPr/>
        </p:nvSpPr>
        <p:spPr>
          <a:xfrm>
            <a:off x="667144" y="190545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33"/>
          <p:cNvSpPr/>
          <p:nvPr/>
        </p:nvSpPr>
        <p:spPr>
          <a:xfrm>
            <a:off x="667144" y="198688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33"/>
          <p:cNvSpPr/>
          <p:nvPr/>
        </p:nvSpPr>
        <p:spPr>
          <a:xfrm>
            <a:off x="667144" y="206831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33"/>
          <p:cNvSpPr/>
          <p:nvPr/>
        </p:nvSpPr>
        <p:spPr>
          <a:xfrm>
            <a:off x="667144" y="2149744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33"/>
          <p:cNvSpPr/>
          <p:nvPr/>
        </p:nvSpPr>
        <p:spPr>
          <a:xfrm>
            <a:off x="667144" y="2231175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33"/>
          <p:cNvSpPr/>
          <p:nvPr/>
        </p:nvSpPr>
        <p:spPr>
          <a:xfrm>
            <a:off x="667144" y="2312606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33"/>
          <p:cNvSpPr/>
          <p:nvPr/>
        </p:nvSpPr>
        <p:spPr>
          <a:xfrm>
            <a:off x="667144" y="2394038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33"/>
          <p:cNvSpPr/>
          <p:nvPr/>
        </p:nvSpPr>
        <p:spPr>
          <a:xfrm>
            <a:off x="667144" y="2475469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33"/>
          <p:cNvSpPr/>
          <p:nvPr/>
        </p:nvSpPr>
        <p:spPr>
          <a:xfrm>
            <a:off x="667144" y="255690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33"/>
          <p:cNvSpPr/>
          <p:nvPr/>
        </p:nvSpPr>
        <p:spPr>
          <a:xfrm>
            <a:off x="667144" y="263833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33"/>
          <p:cNvSpPr/>
          <p:nvPr/>
        </p:nvSpPr>
        <p:spPr>
          <a:xfrm>
            <a:off x="1189500" y="190545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33"/>
          <p:cNvSpPr/>
          <p:nvPr/>
        </p:nvSpPr>
        <p:spPr>
          <a:xfrm>
            <a:off x="1189500" y="198688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33"/>
          <p:cNvSpPr/>
          <p:nvPr/>
        </p:nvSpPr>
        <p:spPr>
          <a:xfrm>
            <a:off x="1189500" y="206831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33"/>
          <p:cNvSpPr/>
          <p:nvPr/>
        </p:nvSpPr>
        <p:spPr>
          <a:xfrm>
            <a:off x="1189500" y="2149744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33"/>
          <p:cNvSpPr/>
          <p:nvPr/>
        </p:nvSpPr>
        <p:spPr>
          <a:xfrm>
            <a:off x="1189500" y="2231175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33"/>
          <p:cNvSpPr/>
          <p:nvPr/>
        </p:nvSpPr>
        <p:spPr>
          <a:xfrm>
            <a:off x="1189500" y="2312606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33"/>
          <p:cNvSpPr/>
          <p:nvPr/>
        </p:nvSpPr>
        <p:spPr>
          <a:xfrm>
            <a:off x="1189500" y="2394038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33"/>
          <p:cNvSpPr/>
          <p:nvPr/>
        </p:nvSpPr>
        <p:spPr>
          <a:xfrm>
            <a:off x="1189500" y="2475469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33"/>
          <p:cNvSpPr/>
          <p:nvPr/>
        </p:nvSpPr>
        <p:spPr>
          <a:xfrm>
            <a:off x="1189500" y="255690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33"/>
          <p:cNvSpPr/>
          <p:nvPr/>
        </p:nvSpPr>
        <p:spPr>
          <a:xfrm>
            <a:off x="1189500" y="263833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381" name="Google Shape;381;p33"/>
          <p:cNvSpPr/>
          <p:nvPr/>
        </p:nvSpPr>
        <p:spPr>
          <a:xfrm>
            <a:off x="1711856" y="190545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33"/>
          <p:cNvSpPr/>
          <p:nvPr/>
        </p:nvSpPr>
        <p:spPr>
          <a:xfrm>
            <a:off x="1711856" y="198688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3"/>
          <p:cNvSpPr/>
          <p:nvPr/>
        </p:nvSpPr>
        <p:spPr>
          <a:xfrm>
            <a:off x="1711856" y="206831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33"/>
          <p:cNvSpPr/>
          <p:nvPr/>
        </p:nvSpPr>
        <p:spPr>
          <a:xfrm>
            <a:off x="1711856" y="2149744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33"/>
          <p:cNvSpPr/>
          <p:nvPr/>
        </p:nvSpPr>
        <p:spPr>
          <a:xfrm>
            <a:off x="1711856" y="2231175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33"/>
          <p:cNvSpPr/>
          <p:nvPr/>
        </p:nvSpPr>
        <p:spPr>
          <a:xfrm>
            <a:off x="1711856" y="2312606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33"/>
          <p:cNvSpPr/>
          <p:nvPr/>
        </p:nvSpPr>
        <p:spPr>
          <a:xfrm>
            <a:off x="1711856" y="2394038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33"/>
          <p:cNvSpPr/>
          <p:nvPr/>
        </p:nvSpPr>
        <p:spPr>
          <a:xfrm>
            <a:off x="1711856" y="2475469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33"/>
          <p:cNvSpPr/>
          <p:nvPr/>
        </p:nvSpPr>
        <p:spPr>
          <a:xfrm>
            <a:off x="1711856" y="255690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33"/>
          <p:cNvSpPr/>
          <p:nvPr/>
        </p:nvSpPr>
        <p:spPr>
          <a:xfrm>
            <a:off x="1711856" y="263833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391" name="Google Shape;391;p33"/>
          <p:cNvSpPr/>
          <p:nvPr/>
        </p:nvSpPr>
        <p:spPr>
          <a:xfrm>
            <a:off x="2234213" y="190545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33"/>
          <p:cNvSpPr/>
          <p:nvPr/>
        </p:nvSpPr>
        <p:spPr>
          <a:xfrm>
            <a:off x="2234213" y="198688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33"/>
          <p:cNvSpPr/>
          <p:nvPr/>
        </p:nvSpPr>
        <p:spPr>
          <a:xfrm>
            <a:off x="2234213" y="206831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33"/>
          <p:cNvSpPr/>
          <p:nvPr/>
        </p:nvSpPr>
        <p:spPr>
          <a:xfrm>
            <a:off x="2234213" y="2149744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33"/>
          <p:cNvSpPr/>
          <p:nvPr/>
        </p:nvSpPr>
        <p:spPr>
          <a:xfrm>
            <a:off x="2234213" y="2231175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33"/>
          <p:cNvSpPr/>
          <p:nvPr/>
        </p:nvSpPr>
        <p:spPr>
          <a:xfrm>
            <a:off x="2234213" y="2312606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33"/>
          <p:cNvSpPr/>
          <p:nvPr/>
        </p:nvSpPr>
        <p:spPr>
          <a:xfrm>
            <a:off x="2234213" y="2394038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33"/>
          <p:cNvSpPr/>
          <p:nvPr/>
        </p:nvSpPr>
        <p:spPr>
          <a:xfrm>
            <a:off x="2234213" y="2475469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33"/>
          <p:cNvSpPr/>
          <p:nvPr/>
        </p:nvSpPr>
        <p:spPr>
          <a:xfrm>
            <a:off x="2234213" y="255690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33"/>
          <p:cNvSpPr/>
          <p:nvPr/>
        </p:nvSpPr>
        <p:spPr>
          <a:xfrm>
            <a:off x="2234213" y="263833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401" name="Google Shape;401;p33"/>
          <p:cNvSpPr/>
          <p:nvPr/>
        </p:nvSpPr>
        <p:spPr>
          <a:xfrm>
            <a:off x="2756569" y="190545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3"/>
          <p:cNvSpPr/>
          <p:nvPr/>
        </p:nvSpPr>
        <p:spPr>
          <a:xfrm>
            <a:off x="2756569" y="198688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33"/>
          <p:cNvSpPr/>
          <p:nvPr/>
        </p:nvSpPr>
        <p:spPr>
          <a:xfrm>
            <a:off x="2756569" y="206831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33"/>
          <p:cNvSpPr/>
          <p:nvPr/>
        </p:nvSpPr>
        <p:spPr>
          <a:xfrm>
            <a:off x="2756569" y="2149744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33"/>
          <p:cNvSpPr/>
          <p:nvPr/>
        </p:nvSpPr>
        <p:spPr>
          <a:xfrm>
            <a:off x="2756569" y="2231175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33"/>
          <p:cNvSpPr/>
          <p:nvPr/>
        </p:nvSpPr>
        <p:spPr>
          <a:xfrm>
            <a:off x="2756569" y="2312606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33"/>
          <p:cNvSpPr/>
          <p:nvPr/>
        </p:nvSpPr>
        <p:spPr>
          <a:xfrm>
            <a:off x="2756569" y="2394038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33"/>
          <p:cNvSpPr/>
          <p:nvPr/>
        </p:nvSpPr>
        <p:spPr>
          <a:xfrm>
            <a:off x="2756569" y="2475469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33"/>
          <p:cNvSpPr/>
          <p:nvPr/>
        </p:nvSpPr>
        <p:spPr>
          <a:xfrm>
            <a:off x="2756569" y="255690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33"/>
          <p:cNvSpPr/>
          <p:nvPr/>
        </p:nvSpPr>
        <p:spPr>
          <a:xfrm>
            <a:off x="2756569" y="263833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411" name="Google Shape;411;p33"/>
          <p:cNvSpPr/>
          <p:nvPr/>
        </p:nvSpPr>
        <p:spPr>
          <a:xfrm>
            <a:off x="3278925" y="190545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33"/>
          <p:cNvSpPr/>
          <p:nvPr/>
        </p:nvSpPr>
        <p:spPr>
          <a:xfrm>
            <a:off x="3278925" y="198688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33"/>
          <p:cNvSpPr/>
          <p:nvPr/>
        </p:nvSpPr>
        <p:spPr>
          <a:xfrm>
            <a:off x="3278925" y="206831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33"/>
          <p:cNvSpPr/>
          <p:nvPr/>
        </p:nvSpPr>
        <p:spPr>
          <a:xfrm>
            <a:off x="3278925" y="2149744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33"/>
          <p:cNvSpPr/>
          <p:nvPr/>
        </p:nvSpPr>
        <p:spPr>
          <a:xfrm>
            <a:off x="3278925" y="2231175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33"/>
          <p:cNvSpPr/>
          <p:nvPr/>
        </p:nvSpPr>
        <p:spPr>
          <a:xfrm>
            <a:off x="3278925" y="2312606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33"/>
          <p:cNvSpPr/>
          <p:nvPr/>
        </p:nvSpPr>
        <p:spPr>
          <a:xfrm>
            <a:off x="3278925" y="2394038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33"/>
          <p:cNvSpPr/>
          <p:nvPr/>
        </p:nvSpPr>
        <p:spPr>
          <a:xfrm>
            <a:off x="3278925" y="2475469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33"/>
          <p:cNvSpPr/>
          <p:nvPr/>
        </p:nvSpPr>
        <p:spPr>
          <a:xfrm>
            <a:off x="3278925" y="255690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33"/>
          <p:cNvSpPr/>
          <p:nvPr/>
        </p:nvSpPr>
        <p:spPr>
          <a:xfrm>
            <a:off x="3278925" y="263833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421" name="Google Shape;421;p33"/>
          <p:cNvSpPr/>
          <p:nvPr/>
        </p:nvSpPr>
        <p:spPr>
          <a:xfrm>
            <a:off x="3801281" y="190545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33"/>
          <p:cNvSpPr/>
          <p:nvPr/>
        </p:nvSpPr>
        <p:spPr>
          <a:xfrm>
            <a:off x="3801281" y="198688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33"/>
          <p:cNvSpPr/>
          <p:nvPr/>
        </p:nvSpPr>
        <p:spPr>
          <a:xfrm>
            <a:off x="3801281" y="206831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33"/>
          <p:cNvSpPr/>
          <p:nvPr/>
        </p:nvSpPr>
        <p:spPr>
          <a:xfrm>
            <a:off x="3801281" y="2149744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33"/>
          <p:cNvSpPr/>
          <p:nvPr/>
        </p:nvSpPr>
        <p:spPr>
          <a:xfrm>
            <a:off x="3801281" y="2231175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33"/>
          <p:cNvSpPr/>
          <p:nvPr/>
        </p:nvSpPr>
        <p:spPr>
          <a:xfrm>
            <a:off x="3801281" y="2312606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33"/>
          <p:cNvSpPr/>
          <p:nvPr/>
        </p:nvSpPr>
        <p:spPr>
          <a:xfrm>
            <a:off x="3801281" y="2394038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33"/>
          <p:cNvSpPr/>
          <p:nvPr/>
        </p:nvSpPr>
        <p:spPr>
          <a:xfrm>
            <a:off x="3801281" y="2475469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33"/>
          <p:cNvSpPr/>
          <p:nvPr/>
        </p:nvSpPr>
        <p:spPr>
          <a:xfrm>
            <a:off x="3801281" y="255690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33"/>
          <p:cNvSpPr/>
          <p:nvPr/>
        </p:nvSpPr>
        <p:spPr>
          <a:xfrm>
            <a:off x="3801281" y="263833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431" name="Google Shape;431;p33"/>
          <p:cNvSpPr/>
          <p:nvPr/>
        </p:nvSpPr>
        <p:spPr>
          <a:xfrm>
            <a:off x="4323638" y="190545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33"/>
          <p:cNvSpPr/>
          <p:nvPr/>
        </p:nvSpPr>
        <p:spPr>
          <a:xfrm>
            <a:off x="4323638" y="198688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33"/>
          <p:cNvSpPr/>
          <p:nvPr/>
        </p:nvSpPr>
        <p:spPr>
          <a:xfrm>
            <a:off x="4323638" y="206831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33"/>
          <p:cNvSpPr/>
          <p:nvPr/>
        </p:nvSpPr>
        <p:spPr>
          <a:xfrm>
            <a:off x="4323638" y="2149744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33"/>
          <p:cNvSpPr/>
          <p:nvPr/>
        </p:nvSpPr>
        <p:spPr>
          <a:xfrm>
            <a:off x="4323638" y="2231175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33"/>
          <p:cNvSpPr/>
          <p:nvPr/>
        </p:nvSpPr>
        <p:spPr>
          <a:xfrm>
            <a:off x="4323638" y="2312606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33"/>
          <p:cNvSpPr/>
          <p:nvPr/>
        </p:nvSpPr>
        <p:spPr>
          <a:xfrm>
            <a:off x="4323638" y="2394038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33"/>
          <p:cNvSpPr/>
          <p:nvPr/>
        </p:nvSpPr>
        <p:spPr>
          <a:xfrm>
            <a:off x="4323638" y="2475469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33"/>
          <p:cNvSpPr/>
          <p:nvPr/>
        </p:nvSpPr>
        <p:spPr>
          <a:xfrm>
            <a:off x="4323638" y="255690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3"/>
          <p:cNvSpPr/>
          <p:nvPr/>
        </p:nvSpPr>
        <p:spPr>
          <a:xfrm>
            <a:off x="4323638" y="263833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441" name="Google Shape;441;p33"/>
          <p:cNvSpPr/>
          <p:nvPr/>
        </p:nvSpPr>
        <p:spPr>
          <a:xfrm>
            <a:off x="4845994" y="190545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33"/>
          <p:cNvSpPr/>
          <p:nvPr/>
        </p:nvSpPr>
        <p:spPr>
          <a:xfrm>
            <a:off x="4845994" y="198688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33"/>
          <p:cNvSpPr/>
          <p:nvPr/>
        </p:nvSpPr>
        <p:spPr>
          <a:xfrm>
            <a:off x="4845994" y="206831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33"/>
          <p:cNvSpPr/>
          <p:nvPr/>
        </p:nvSpPr>
        <p:spPr>
          <a:xfrm>
            <a:off x="4845994" y="2149744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33"/>
          <p:cNvSpPr/>
          <p:nvPr/>
        </p:nvSpPr>
        <p:spPr>
          <a:xfrm>
            <a:off x="4845994" y="2231175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33"/>
          <p:cNvSpPr/>
          <p:nvPr/>
        </p:nvSpPr>
        <p:spPr>
          <a:xfrm>
            <a:off x="4845994" y="2312606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33"/>
          <p:cNvSpPr/>
          <p:nvPr/>
        </p:nvSpPr>
        <p:spPr>
          <a:xfrm>
            <a:off x="4845994" y="2394038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33"/>
          <p:cNvSpPr/>
          <p:nvPr/>
        </p:nvSpPr>
        <p:spPr>
          <a:xfrm>
            <a:off x="4845994" y="2475469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33"/>
          <p:cNvSpPr/>
          <p:nvPr/>
        </p:nvSpPr>
        <p:spPr>
          <a:xfrm>
            <a:off x="4845994" y="255690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33"/>
          <p:cNvSpPr/>
          <p:nvPr/>
        </p:nvSpPr>
        <p:spPr>
          <a:xfrm>
            <a:off x="4845994" y="263833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451" name="Google Shape;451;p33"/>
          <p:cNvSpPr/>
          <p:nvPr/>
        </p:nvSpPr>
        <p:spPr>
          <a:xfrm>
            <a:off x="5368350" y="190545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33"/>
          <p:cNvSpPr/>
          <p:nvPr/>
        </p:nvSpPr>
        <p:spPr>
          <a:xfrm>
            <a:off x="5368350" y="198688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33"/>
          <p:cNvSpPr/>
          <p:nvPr/>
        </p:nvSpPr>
        <p:spPr>
          <a:xfrm>
            <a:off x="5368350" y="206831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33"/>
          <p:cNvSpPr/>
          <p:nvPr/>
        </p:nvSpPr>
        <p:spPr>
          <a:xfrm>
            <a:off x="5368350" y="2149744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33"/>
          <p:cNvSpPr/>
          <p:nvPr/>
        </p:nvSpPr>
        <p:spPr>
          <a:xfrm>
            <a:off x="5368350" y="2231175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33"/>
          <p:cNvSpPr/>
          <p:nvPr/>
        </p:nvSpPr>
        <p:spPr>
          <a:xfrm>
            <a:off x="5368350" y="2312606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33"/>
          <p:cNvSpPr/>
          <p:nvPr/>
        </p:nvSpPr>
        <p:spPr>
          <a:xfrm>
            <a:off x="5368350" y="2394038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33"/>
          <p:cNvSpPr/>
          <p:nvPr/>
        </p:nvSpPr>
        <p:spPr>
          <a:xfrm>
            <a:off x="5368350" y="2475469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3"/>
          <p:cNvSpPr/>
          <p:nvPr/>
        </p:nvSpPr>
        <p:spPr>
          <a:xfrm>
            <a:off x="5368350" y="255690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33"/>
          <p:cNvSpPr/>
          <p:nvPr/>
        </p:nvSpPr>
        <p:spPr>
          <a:xfrm>
            <a:off x="5368350" y="263833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461" name="Google Shape;461;p33"/>
          <p:cNvSpPr/>
          <p:nvPr/>
        </p:nvSpPr>
        <p:spPr>
          <a:xfrm>
            <a:off x="667144" y="3239092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33"/>
          <p:cNvSpPr/>
          <p:nvPr/>
        </p:nvSpPr>
        <p:spPr>
          <a:xfrm>
            <a:off x="667144" y="332052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33"/>
          <p:cNvSpPr/>
          <p:nvPr/>
        </p:nvSpPr>
        <p:spPr>
          <a:xfrm>
            <a:off x="667144" y="3401955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33"/>
          <p:cNvSpPr/>
          <p:nvPr/>
        </p:nvSpPr>
        <p:spPr>
          <a:xfrm>
            <a:off x="667144" y="3483386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33"/>
          <p:cNvSpPr/>
          <p:nvPr/>
        </p:nvSpPr>
        <p:spPr>
          <a:xfrm>
            <a:off x="667144" y="3564817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33"/>
          <p:cNvSpPr/>
          <p:nvPr/>
        </p:nvSpPr>
        <p:spPr>
          <a:xfrm>
            <a:off x="667144" y="3646248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33"/>
          <p:cNvSpPr/>
          <p:nvPr/>
        </p:nvSpPr>
        <p:spPr>
          <a:xfrm>
            <a:off x="667144" y="372768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33"/>
          <p:cNvSpPr/>
          <p:nvPr/>
        </p:nvSpPr>
        <p:spPr>
          <a:xfrm>
            <a:off x="667144" y="380911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33"/>
          <p:cNvSpPr/>
          <p:nvPr/>
        </p:nvSpPr>
        <p:spPr>
          <a:xfrm>
            <a:off x="667144" y="3890542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33"/>
          <p:cNvSpPr/>
          <p:nvPr/>
        </p:nvSpPr>
        <p:spPr>
          <a:xfrm>
            <a:off x="667144" y="397197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471" name="Google Shape;471;p33"/>
          <p:cNvSpPr/>
          <p:nvPr/>
        </p:nvSpPr>
        <p:spPr>
          <a:xfrm>
            <a:off x="1189500" y="3239092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33"/>
          <p:cNvSpPr/>
          <p:nvPr/>
        </p:nvSpPr>
        <p:spPr>
          <a:xfrm>
            <a:off x="1189500" y="332052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33"/>
          <p:cNvSpPr/>
          <p:nvPr/>
        </p:nvSpPr>
        <p:spPr>
          <a:xfrm>
            <a:off x="1189500" y="3401955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33"/>
          <p:cNvSpPr/>
          <p:nvPr/>
        </p:nvSpPr>
        <p:spPr>
          <a:xfrm>
            <a:off x="1189500" y="3483386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33"/>
          <p:cNvSpPr/>
          <p:nvPr/>
        </p:nvSpPr>
        <p:spPr>
          <a:xfrm>
            <a:off x="1189500" y="3564817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33"/>
          <p:cNvSpPr/>
          <p:nvPr/>
        </p:nvSpPr>
        <p:spPr>
          <a:xfrm>
            <a:off x="1189500" y="3646248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33"/>
          <p:cNvSpPr/>
          <p:nvPr/>
        </p:nvSpPr>
        <p:spPr>
          <a:xfrm>
            <a:off x="1189500" y="372768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33"/>
          <p:cNvSpPr/>
          <p:nvPr/>
        </p:nvSpPr>
        <p:spPr>
          <a:xfrm>
            <a:off x="1189500" y="380911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33"/>
          <p:cNvSpPr/>
          <p:nvPr/>
        </p:nvSpPr>
        <p:spPr>
          <a:xfrm>
            <a:off x="1189500" y="3890542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33"/>
          <p:cNvSpPr/>
          <p:nvPr/>
        </p:nvSpPr>
        <p:spPr>
          <a:xfrm>
            <a:off x="1189500" y="397197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481" name="Google Shape;481;p33"/>
          <p:cNvSpPr/>
          <p:nvPr/>
        </p:nvSpPr>
        <p:spPr>
          <a:xfrm>
            <a:off x="1711856" y="3239092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3"/>
          <p:cNvSpPr/>
          <p:nvPr/>
        </p:nvSpPr>
        <p:spPr>
          <a:xfrm>
            <a:off x="1711856" y="332052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33"/>
          <p:cNvSpPr/>
          <p:nvPr/>
        </p:nvSpPr>
        <p:spPr>
          <a:xfrm>
            <a:off x="1711856" y="3401955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33"/>
          <p:cNvSpPr/>
          <p:nvPr/>
        </p:nvSpPr>
        <p:spPr>
          <a:xfrm>
            <a:off x="1711856" y="3483386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33"/>
          <p:cNvSpPr/>
          <p:nvPr/>
        </p:nvSpPr>
        <p:spPr>
          <a:xfrm>
            <a:off x="1711856" y="3564817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33"/>
          <p:cNvSpPr/>
          <p:nvPr/>
        </p:nvSpPr>
        <p:spPr>
          <a:xfrm>
            <a:off x="1711856" y="3646248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33"/>
          <p:cNvSpPr/>
          <p:nvPr/>
        </p:nvSpPr>
        <p:spPr>
          <a:xfrm>
            <a:off x="1711856" y="372768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33"/>
          <p:cNvSpPr/>
          <p:nvPr/>
        </p:nvSpPr>
        <p:spPr>
          <a:xfrm>
            <a:off x="1711856" y="380911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33"/>
          <p:cNvSpPr/>
          <p:nvPr/>
        </p:nvSpPr>
        <p:spPr>
          <a:xfrm>
            <a:off x="1711856" y="3890542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33"/>
          <p:cNvSpPr/>
          <p:nvPr/>
        </p:nvSpPr>
        <p:spPr>
          <a:xfrm>
            <a:off x="1711856" y="397197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491" name="Google Shape;491;p33"/>
          <p:cNvSpPr/>
          <p:nvPr/>
        </p:nvSpPr>
        <p:spPr>
          <a:xfrm>
            <a:off x="2234213" y="3239092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33"/>
          <p:cNvSpPr/>
          <p:nvPr/>
        </p:nvSpPr>
        <p:spPr>
          <a:xfrm>
            <a:off x="2234213" y="332052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33"/>
          <p:cNvSpPr/>
          <p:nvPr/>
        </p:nvSpPr>
        <p:spPr>
          <a:xfrm>
            <a:off x="2234213" y="3401955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33"/>
          <p:cNvSpPr/>
          <p:nvPr/>
        </p:nvSpPr>
        <p:spPr>
          <a:xfrm>
            <a:off x="2234213" y="3483386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33"/>
          <p:cNvSpPr/>
          <p:nvPr/>
        </p:nvSpPr>
        <p:spPr>
          <a:xfrm>
            <a:off x="2234213" y="3564817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33"/>
          <p:cNvSpPr/>
          <p:nvPr/>
        </p:nvSpPr>
        <p:spPr>
          <a:xfrm>
            <a:off x="2234213" y="3646248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33"/>
          <p:cNvSpPr/>
          <p:nvPr/>
        </p:nvSpPr>
        <p:spPr>
          <a:xfrm>
            <a:off x="2234213" y="372768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33"/>
          <p:cNvSpPr/>
          <p:nvPr/>
        </p:nvSpPr>
        <p:spPr>
          <a:xfrm>
            <a:off x="2234213" y="380911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33"/>
          <p:cNvSpPr/>
          <p:nvPr/>
        </p:nvSpPr>
        <p:spPr>
          <a:xfrm>
            <a:off x="2234213" y="3890542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33"/>
          <p:cNvSpPr/>
          <p:nvPr/>
        </p:nvSpPr>
        <p:spPr>
          <a:xfrm>
            <a:off x="2234213" y="397197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501" name="Google Shape;501;p33"/>
          <p:cNvSpPr/>
          <p:nvPr/>
        </p:nvSpPr>
        <p:spPr>
          <a:xfrm>
            <a:off x="2756569" y="3239092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33"/>
          <p:cNvSpPr/>
          <p:nvPr/>
        </p:nvSpPr>
        <p:spPr>
          <a:xfrm>
            <a:off x="2756569" y="332052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33"/>
          <p:cNvSpPr/>
          <p:nvPr/>
        </p:nvSpPr>
        <p:spPr>
          <a:xfrm>
            <a:off x="2756569" y="3401955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33"/>
          <p:cNvSpPr/>
          <p:nvPr/>
        </p:nvSpPr>
        <p:spPr>
          <a:xfrm>
            <a:off x="2756569" y="3483386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33"/>
          <p:cNvSpPr/>
          <p:nvPr/>
        </p:nvSpPr>
        <p:spPr>
          <a:xfrm>
            <a:off x="2756569" y="3564817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33"/>
          <p:cNvSpPr/>
          <p:nvPr/>
        </p:nvSpPr>
        <p:spPr>
          <a:xfrm>
            <a:off x="2756569" y="3646248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33"/>
          <p:cNvSpPr/>
          <p:nvPr/>
        </p:nvSpPr>
        <p:spPr>
          <a:xfrm>
            <a:off x="2756569" y="372768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33"/>
          <p:cNvSpPr/>
          <p:nvPr/>
        </p:nvSpPr>
        <p:spPr>
          <a:xfrm>
            <a:off x="2756569" y="380911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33"/>
          <p:cNvSpPr/>
          <p:nvPr/>
        </p:nvSpPr>
        <p:spPr>
          <a:xfrm>
            <a:off x="2756569" y="3890542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33"/>
          <p:cNvSpPr/>
          <p:nvPr/>
        </p:nvSpPr>
        <p:spPr>
          <a:xfrm>
            <a:off x="2756569" y="397197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511" name="Google Shape;511;p33"/>
          <p:cNvSpPr/>
          <p:nvPr/>
        </p:nvSpPr>
        <p:spPr>
          <a:xfrm>
            <a:off x="3278925" y="3239092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33"/>
          <p:cNvSpPr/>
          <p:nvPr/>
        </p:nvSpPr>
        <p:spPr>
          <a:xfrm>
            <a:off x="3278925" y="332052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33"/>
          <p:cNvSpPr/>
          <p:nvPr/>
        </p:nvSpPr>
        <p:spPr>
          <a:xfrm>
            <a:off x="3278925" y="3401955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33"/>
          <p:cNvSpPr/>
          <p:nvPr/>
        </p:nvSpPr>
        <p:spPr>
          <a:xfrm>
            <a:off x="3278925" y="3483386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33"/>
          <p:cNvSpPr/>
          <p:nvPr/>
        </p:nvSpPr>
        <p:spPr>
          <a:xfrm>
            <a:off x="3278925" y="3564817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33"/>
          <p:cNvSpPr/>
          <p:nvPr/>
        </p:nvSpPr>
        <p:spPr>
          <a:xfrm>
            <a:off x="3278925" y="3646248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33"/>
          <p:cNvSpPr/>
          <p:nvPr/>
        </p:nvSpPr>
        <p:spPr>
          <a:xfrm>
            <a:off x="3278925" y="372768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33"/>
          <p:cNvSpPr/>
          <p:nvPr/>
        </p:nvSpPr>
        <p:spPr>
          <a:xfrm>
            <a:off x="3278925" y="380911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33"/>
          <p:cNvSpPr/>
          <p:nvPr/>
        </p:nvSpPr>
        <p:spPr>
          <a:xfrm>
            <a:off x="3278925" y="3890542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33"/>
          <p:cNvSpPr/>
          <p:nvPr/>
        </p:nvSpPr>
        <p:spPr>
          <a:xfrm>
            <a:off x="3278925" y="397197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521" name="Google Shape;521;p33"/>
          <p:cNvSpPr/>
          <p:nvPr/>
        </p:nvSpPr>
        <p:spPr>
          <a:xfrm>
            <a:off x="3801281" y="3239092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33"/>
          <p:cNvSpPr/>
          <p:nvPr/>
        </p:nvSpPr>
        <p:spPr>
          <a:xfrm>
            <a:off x="3801281" y="332052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33"/>
          <p:cNvSpPr/>
          <p:nvPr/>
        </p:nvSpPr>
        <p:spPr>
          <a:xfrm>
            <a:off x="3801281" y="3401955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33"/>
          <p:cNvSpPr/>
          <p:nvPr/>
        </p:nvSpPr>
        <p:spPr>
          <a:xfrm>
            <a:off x="3801281" y="3483386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33"/>
          <p:cNvSpPr/>
          <p:nvPr/>
        </p:nvSpPr>
        <p:spPr>
          <a:xfrm>
            <a:off x="3801281" y="3564817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33"/>
          <p:cNvSpPr/>
          <p:nvPr/>
        </p:nvSpPr>
        <p:spPr>
          <a:xfrm>
            <a:off x="3801281" y="3646248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33"/>
          <p:cNvSpPr/>
          <p:nvPr/>
        </p:nvSpPr>
        <p:spPr>
          <a:xfrm>
            <a:off x="3801281" y="372768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33"/>
          <p:cNvSpPr/>
          <p:nvPr/>
        </p:nvSpPr>
        <p:spPr>
          <a:xfrm>
            <a:off x="3801281" y="380911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33"/>
          <p:cNvSpPr/>
          <p:nvPr/>
        </p:nvSpPr>
        <p:spPr>
          <a:xfrm>
            <a:off x="3801281" y="3890542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33"/>
          <p:cNvSpPr/>
          <p:nvPr/>
        </p:nvSpPr>
        <p:spPr>
          <a:xfrm>
            <a:off x="3801281" y="397197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531" name="Google Shape;531;p33"/>
          <p:cNvSpPr/>
          <p:nvPr/>
        </p:nvSpPr>
        <p:spPr>
          <a:xfrm>
            <a:off x="4323638" y="3239092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33"/>
          <p:cNvSpPr/>
          <p:nvPr/>
        </p:nvSpPr>
        <p:spPr>
          <a:xfrm>
            <a:off x="4323638" y="332052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33"/>
          <p:cNvSpPr/>
          <p:nvPr/>
        </p:nvSpPr>
        <p:spPr>
          <a:xfrm>
            <a:off x="4323638" y="3401955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33"/>
          <p:cNvSpPr/>
          <p:nvPr/>
        </p:nvSpPr>
        <p:spPr>
          <a:xfrm>
            <a:off x="4323638" y="3483386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33"/>
          <p:cNvSpPr/>
          <p:nvPr/>
        </p:nvSpPr>
        <p:spPr>
          <a:xfrm>
            <a:off x="4323638" y="3564817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33"/>
          <p:cNvSpPr/>
          <p:nvPr/>
        </p:nvSpPr>
        <p:spPr>
          <a:xfrm>
            <a:off x="4323638" y="3646248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33"/>
          <p:cNvSpPr/>
          <p:nvPr/>
        </p:nvSpPr>
        <p:spPr>
          <a:xfrm>
            <a:off x="4323638" y="372768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33"/>
          <p:cNvSpPr/>
          <p:nvPr/>
        </p:nvSpPr>
        <p:spPr>
          <a:xfrm>
            <a:off x="4323638" y="380911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33"/>
          <p:cNvSpPr/>
          <p:nvPr/>
        </p:nvSpPr>
        <p:spPr>
          <a:xfrm>
            <a:off x="4323638" y="3890542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33"/>
          <p:cNvSpPr/>
          <p:nvPr/>
        </p:nvSpPr>
        <p:spPr>
          <a:xfrm>
            <a:off x="4323638" y="397197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541" name="Google Shape;541;p33"/>
          <p:cNvSpPr/>
          <p:nvPr/>
        </p:nvSpPr>
        <p:spPr>
          <a:xfrm>
            <a:off x="4845994" y="3239092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33"/>
          <p:cNvSpPr/>
          <p:nvPr/>
        </p:nvSpPr>
        <p:spPr>
          <a:xfrm>
            <a:off x="4845994" y="332052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33"/>
          <p:cNvSpPr/>
          <p:nvPr/>
        </p:nvSpPr>
        <p:spPr>
          <a:xfrm>
            <a:off x="4845994" y="3401955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33"/>
          <p:cNvSpPr/>
          <p:nvPr/>
        </p:nvSpPr>
        <p:spPr>
          <a:xfrm>
            <a:off x="4845994" y="3483386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33"/>
          <p:cNvSpPr/>
          <p:nvPr/>
        </p:nvSpPr>
        <p:spPr>
          <a:xfrm>
            <a:off x="4845994" y="3564817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33"/>
          <p:cNvSpPr/>
          <p:nvPr/>
        </p:nvSpPr>
        <p:spPr>
          <a:xfrm>
            <a:off x="4845994" y="3646248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33"/>
          <p:cNvSpPr/>
          <p:nvPr/>
        </p:nvSpPr>
        <p:spPr>
          <a:xfrm>
            <a:off x="4845994" y="372768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33"/>
          <p:cNvSpPr/>
          <p:nvPr/>
        </p:nvSpPr>
        <p:spPr>
          <a:xfrm>
            <a:off x="4845994" y="380911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33"/>
          <p:cNvSpPr/>
          <p:nvPr/>
        </p:nvSpPr>
        <p:spPr>
          <a:xfrm>
            <a:off x="4845994" y="3890542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33"/>
          <p:cNvSpPr/>
          <p:nvPr/>
        </p:nvSpPr>
        <p:spPr>
          <a:xfrm>
            <a:off x="4845994" y="397197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551" name="Google Shape;551;p33"/>
          <p:cNvSpPr/>
          <p:nvPr/>
        </p:nvSpPr>
        <p:spPr>
          <a:xfrm>
            <a:off x="5368350" y="3239092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33"/>
          <p:cNvSpPr/>
          <p:nvPr/>
        </p:nvSpPr>
        <p:spPr>
          <a:xfrm>
            <a:off x="5368350" y="332052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33"/>
          <p:cNvSpPr/>
          <p:nvPr/>
        </p:nvSpPr>
        <p:spPr>
          <a:xfrm>
            <a:off x="5368350" y="3401955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33"/>
          <p:cNvSpPr/>
          <p:nvPr/>
        </p:nvSpPr>
        <p:spPr>
          <a:xfrm>
            <a:off x="5368350" y="3483386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33"/>
          <p:cNvSpPr/>
          <p:nvPr/>
        </p:nvSpPr>
        <p:spPr>
          <a:xfrm>
            <a:off x="5368350" y="3564817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33"/>
          <p:cNvSpPr/>
          <p:nvPr/>
        </p:nvSpPr>
        <p:spPr>
          <a:xfrm>
            <a:off x="5368350" y="3646248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33"/>
          <p:cNvSpPr/>
          <p:nvPr/>
        </p:nvSpPr>
        <p:spPr>
          <a:xfrm>
            <a:off x="5368350" y="3727680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33"/>
          <p:cNvSpPr/>
          <p:nvPr/>
        </p:nvSpPr>
        <p:spPr>
          <a:xfrm>
            <a:off x="5368350" y="3809111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33"/>
          <p:cNvSpPr/>
          <p:nvPr/>
        </p:nvSpPr>
        <p:spPr>
          <a:xfrm>
            <a:off x="5368350" y="3890542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33"/>
          <p:cNvSpPr/>
          <p:nvPr/>
        </p:nvSpPr>
        <p:spPr>
          <a:xfrm>
            <a:off x="5368350" y="3971973"/>
            <a:ext cx="430800" cy="28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561" name="Google Shape;561;p33"/>
          <p:cNvSpPr txBox="1"/>
          <p:nvPr>
            <p:ph idx="6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562" name="Google Shape;562;p33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563" name="Google Shape;563;p33"/>
          <p:cNvSpPr txBox="1"/>
          <p:nvPr>
            <p:ph idx="7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quote three column">
  <p:cSld name="CUSTOM_4_9"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5" name="Google Shape;565;p34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6" name="Google Shape;566;p34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7" name="Google Shape;567;p34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68" name="Google Shape;568;p34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34"/>
          <p:cNvSpPr txBox="1"/>
          <p:nvPr>
            <p:ph idx="1" type="subTitle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570" name="Google Shape;570;p34"/>
          <p:cNvCxnSpPr/>
          <p:nvPr/>
        </p:nvCxnSpPr>
        <p:spPr>
          <a:xfrm>
            <a:off x="3230700" y="2082713"/>
            <a:ext cx="0" cy="172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571" name="Google Shape;571;p34"/>
          <p:cNvCxnSpPr/>
          <p:nvPr/>
        </p:nvCxnSpPr>
        <p:spPr>
          <a:xfrm>
            <a:off x="5917913" y="2082713"/>
            <a:ext cx="0" cy="172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572" name="Google Shape;572;p34"/>
          <p:cNvSpPr txBox="1"/>
          <p:nvPr>
            <p:ph idx="2" type="subTitle"/>
          </p:nvPr>
        </p:nvSpPr>
        <p:spPr>
          <a:xfrm>
            <a:off x="855694" y="3510788"/>
            <a:ext cx="2062800" cy="31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573" name="Google Shape;573;p34"/>
          <p:cNvSpPr txBox="1"/>
          <p:nvPr>
            <p:ph idx="3" type="subTitle"/>
          </p:nvPr>
        </p:nvSpPr>
        <p:spPr>
          <a:xfrm>
            <a:off x="855694" y="2110282"/>
            <a:ext cx="2062800" cy="116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2pPr>
            <a:lvl3pPr lvl="2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3pPr>
            <a:lvl4pPr lvl="3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4pPr>
            <a:lvl5pPr lvl="4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5pPr>
            <a:lvl6pPr lvl="5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6pPr>
            <a:lvl7pPr lvl="6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7pPr>
            <a:lvl8pPr lvl="7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8pPr>
            <a:lvl9pPr lvl="8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9pPr>
          </a:lstStyle>
          <a:p/>
        </p:txBody>
      </p:sp>
      <p:sp>
        <p:nvSpPr>
          <p:cNvPr id="574" name="Google Shape;574;p34"/>
          <p:cNvSpPr txBox="1"/>
          <p:nvPr>
            <p:ph idx="4" type="subTitle"/>
          </p:nvPr>
        </p:nvSpPr>
        <p:spPr>
          <a:xfrm>
            <a:off x="3542906" y="2110282"/>
            <a:ext cx="2062800" cy="116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2pPr>
            <a:lvl3pPr lvl="2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3pPr>
            <a:lvl4pPr lvl="3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4pPr>
            <a:lvl5pPr lvl="4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5pPr>
            <a:lvl6pPr lvl="5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6pPr>
            <a:lvl7pPr lvl="6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7pPr>
            <a:lvl8pPr lvl="7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8pPr>
            <a:lvl9pPr lvl="8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9pPr>
          </a:lstStyle>
          <a:p/>
        </p:txBody>
      </p:sp>
      <p:sp>
        <p:nvSpPr>
          <p:cNvPr id="575" name="Google Shape;575;p34"/>
          <p:cNvSpPr txBox="1"/>
          <p:nvPr>
            <p:ph idx="5" type="subTitle"/>
          </p:nvPr>
        </p:nvSpPr>
        <p:spPr>
          <a:xfrm>
            <a:off x="6230119" y="2110282"/>
            <a:ext cx="2062800" cy="116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2pPr>
            <a:lvl3pPr lvl="2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3pPr>
            <a:lvl4pPr lvl="3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4pPr>
            <a:lvl5pPr lvl="4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5pPr>
            <a:lvl6pPr lvl="5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6pPr>
            <a:lvl7pPr lvl="6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7pPr>
            <a:lvl8pPr lvl="7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8pPr>
            <a:lvl9pPr lvl="8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9pPr>
          </a:lstStyle>
          <a:p/>
        </p:txBody>
      </p:sp>
      <p:sp>
        <p:nvSpPr>
          <p:cNvPr id="576" name="Google Shape;576;p34"/>
          <p:cNvSpPr txBox="1"/>
          <p:nvPr>
            <p:ph idx="6" type="subTitle"/>
          </p:nvPr>
        </p:nvSpPr>
        <p:spPr>
          <a:xfrm>
            <a:off x="3540600" y="3510788"/>
            <a:ext cx="2062800" cy="31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577" name="Google Shape;577;p34"/>
          <p:cNvSpPr txBox="1"/>
          <p:nvPr>
            <p:ph idx="7" type="subTitle"/>
          </p:nvPr>
        </p:nvSpPr>
        <p:spPr>
          <a:xfrm>
            <a:off x="6230119" y="3510788"/>
            <a:ext cx="2062800" cy="31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pic>
        <p:nvPicPr>
          <p:cNvPr id="578" name="Google Shape;57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3604" y="1662897"/>
            <a:ext cx="414914" cy="41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9" name="Google Shape;579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70819" y="1662897"/>
            <a:ext cx="414914" cy="41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0" name="Google Shape;580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8034" y="1662897"/>
            <a:ext cx="414914" cy="414900"/>
          </a:xfrm>
          <a:prstGeom prst="rect">
            <a:avLst/>
          </a:prstGeom>
          <a:noFill/>
          <a:ln>
            <a:noFill/>
          </a:ln>
        </p:spPr>
      </p:pic>
      <p:sp>
        <p:nvSpPr>
          <p:cNvPr id="581" name="Google Shape;581;p34"/>
          <p:cNvSpPr txBox="1"/>
          <p:nvPr>
            <p:ph idx="8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582" name="Google Shape;582;p34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583" name="Google Shape;583;p34"/>
          <p:cNvSpPr txBox="1"/>
          <p:nvPr>
            <p:ph idx="9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quote two column">
  <p:cSld name="CUSTOM_4_8"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5" name="Google Shape;585;p35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6" name="Google Shape;586;p35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7" name="Google Shape;587;p35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88" name="Google Shape;588;p35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589" name="Google Shape;589;p35"/>
          <p:cNvSpPr txBox="1"/>
          <p:nvPr>
            <p:ph idx="1" type="subTitle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590" name="Google Shape;590;p35"/>
          <p:cNvCxnSpPr/>
          <p:nvPr/>
        </p:nvCxnSpPr>
        <p:spPr>
          <a:xfrm>
            <a:off x="4574182" y="2097150"/>
            <a:ext cx="0" cy="219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591" name="Google Shape;591;p35"/>
          <p:cNvSpPr txBox="1"/>
          <p:nvPr>
            <p:ph idx="2" type="subTitle"/>
          </p:nvPr>
        </p:nvSpPr>
        <p:spPr>
          <a:xfrm>
            <a:off x="1007344" y="3777544"/>
            <a:ext cx="3298500" cy="31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592" name="Google Shape;592;p35"/>
          <p:cNvSpPr txBox="1"/>
          <p:nvPr>
            <p:ph idx="3" type="subTitle"/>
          </p:nvPr>
        </p:nvSpPr>
        <p:spPr>
          <a:xfrm>
            <a:off x="1007344" y="2136075"/>
            <a:ext cx="3298500" cy="139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593" name="Google Shape;593;p35"/>
          <p:cNvSpPr txBox="1"/>
          <p:nvPr>
            <p:ph idx="4" type="subTitle"/>
          </p:nvPr>
        </p:nvSpPr>
        <p:spPr>
          <a:xfrm>
            <a:off x="4896994" y="3777544"/>
            <a:ext cx="3298500" cy="31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/>
            </a:lvl9pPr>
          </a:lstStyle>
          <a:p/>
        </p:txBody>
      </p:sp>
      <p:sp>
        <p:nvSpPr>
          <p:cNvPr id="594" name="Google Shape;594;p35"/>
          <p:cNvSpPr txBox="1"/>
          <p:nvPr>
            <p:ph idx="5" type="subTitle"/>
          </p:nvPr>
        </p:nvSpPr>
        <p:spPr>
          <a:xfrm>
            <a:off x="4896994" y="2136075"/>
            <a:ext cx="3298500" cy="139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id="595" name="Google Shape;595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0311" y="1533667"/>
            <a:ext cx="548775" cy="548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596" name="Google Shape;596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09961" y="1533667"/>
            <a:ext cx="548775" cy="548762"/>
          </a:xfrm>
          <a:prstGeom prst="rect">
            <a:avLst/>
          </a:prstGeom>
          <a:noFill/>
          <a:ln>
            <a:noFill/>
          </a:ln>
        </p:spPr>
      </p:pic>
      <p:sp>
        <p:nvSpPr>
          <p:cNvPr id="597" name="Google Shape;597;p35"/>
          <p:cNvSpPr txBox="1"/>
          <p:nvPr>
            <p:ph idx="6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598" name="Google Shape;598;p35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599" name="Google Shape;599;p35"/>
          <p:cNvSpPr txBox="1"/>
          <p:nvPr>
            <p:ph idx="7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quote large">
  <p:cSld name="CUSTOM_4_7"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36"/>
          <p:cNvSpPr txBox="1"/>
          <p:nvPr>
            <p:ph idx="1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602" name="Google Shape;602;p36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3" name="Google Shape;603;p36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4" name="Google Shape;604;p36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05" name="Google Shape;605;p36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36"/>
          <p:cNvSpPr txBox="1"/>
          <p:nvPr>
            <p:ph idx="2" type="subTitle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07" name="Google Shape;607;p36"/>
          <p:cNvSpPr txBox="1"/>
          <p:nvPr>
            <p:ph type="title"/>
          </p:nvPr>
        </p:nvSpPr>
        <p:spPr>
          <a:xfrm>
            <a:off x="3349163" y="1091531"/>
            <a:ext cx="5043600" cy="240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608" name="Google Shape;608;p36"/>
          <p:cNvSpPr txBox="1"/>
          <p:nvPr>
            <p:ph idx="3" type="subTitle"/>
          </p:nvPr>
        </p:nvSpPr>
        <p:spPr>
          <a:xfrm>
            <a:off x="3349200" y="3777544"/>
            <a:ext cx="3073200" cy="31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2pPr>
            <a:lvl3pPr lvl="2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3pPr>
            <a:lvl4pPr lvl="3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4pPr>
            <a:lvl5pPr lvl="4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5pPr>
            <a:lvl6pPr lvl="5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6pPr>
            <a:lvl7pPr lvl="6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7pPr>
            <a:lvl8pPr lvl="7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8pPr>
            <a:lvl9pPr lvl="8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9pPr>
          </a:lstStyle>
          <a:p/>
        </p:txBody>
      </p:sp>
      <p:pic>
        <p:nvPicPr>
          <p:cNvPr id="609" name="Google Shape;609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64587" y="973839"/>
            <a:ext cx="548775" cy="5487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wo by two">
  <p:cSld name="CUSTOM_4_6"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1" name="Google Shape;611;p37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2" name="Google Shape;612;p37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3" name="Google Shape;613;p37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14" name="Google Shape;614;p37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615" name="Google Shape;615;p37"/>
          <p:cNvSpPr txBox="1"/>
          <p:nvPr>
            <p:ph idx="1" type="subTitle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16" name="Google Shape;616;p37"/>
          <p:cNvSpPr txBox="1"/>
          <p:nvPr>
            <p:ph idx="2" type="subTitle"/>
          </p:nvPr>
        </p:nvSpPr>
        <p:spPr>
          <a:xfrm>
            <a:off x="5141316" y="2091075"/>
            <a:ext cx="26340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rtl="0">
              <a:spcBef>
                <a:spcPts val="400"/>
              </a:spcBef>
              <a:spcAft>
                <a:spcPts val="0"/>
              </a:spcAft>
              <a:buNone/>
              <a:defRPr sz="1100"/>
            </a:lvl2pPr>
            <a:lvl3pPr lvl="2" rtl="0">
              <a:spcBef>
                <a:spcPts val="400"/>
              </a:spcBef>
              <a:spcAft>
                <a:spcPts val="0"/>
              </a:spcAft>
              <a:buNone/>
              <a:defRPr sz="1100"/>
            </a:lvl3pPr>
            <a:lvl4pPr lvl="3" rtl="0">
              <a:spcBef>
                <a:spcPts val="400"/>
              </a:spcBef>
              <a:spcAft>
                <a:spcPts val="0"/>
              </a:spcAft>
              <a:buNone/>
              <a:defRPr sz="1100"/>
            </a:lvl4pPr>
            <a:lvl5pPr lvl="4" rtl="0">
              <a:spcBef>
                <a:spcPts val="400"/>
              </a:spcBef>
              <a:spcAft>
                <a:spcPts val="0"/>
              </a:spcAft>
              <a:buNone/>
              <a:defRPr sz="1100"/>
            </a:lvl5pPr>
            <a:lvl6pPr lvl="5" rtl="0">
              <a:spcBef>
                <a:spcPts val="400"/>
              </a:spcBef>
              <a:spcAft>
                <a:spcPts val="0"/>
              </a:spcAft>
              <a:buNone/>
              <a:defRPr sz="1100"/>
            </a:lvl6pPr>
            <a:lvl7pPr lvl="6" rtl="0">
              <a:spcBef>
                <a:spcPts val="400"/>
              </a:spcBef>
              <a:spcAft>
                <a:spcPts val="0"/>
              </a:spcAft>
              <a:buNone/>
              <a:defRPr sz="1100"/>
            </a:lvl7pPr>
            <a:lvl8pPr lvl="7" rtl="0">
              <a:spcBef>
                <a:spcPts val="400"/>
              </a:spcBef>
              <a:spcAft>
                <a:spcPts val="0"/>
              </a:spcAft>
              <a:buNone/>
              <a:defRPr sz="1100"/>
            </a:lvl8pPr>
            <a:lvl9pPr lvl="8" rtl="0">
              <a:spcBef>
                <a:spcPts val="400"/>
              </a:spcBef>
              <a:spcAft>
                <a:spcPts val="400"/>
              </a:spcAft>
              <a:buNone/>
              <a:defRPr sz="1100"/>
            </a:lvl9pPr>
          </a:lstStyle>
          <a:p/>
        </p:txBody>
      </p:sp>
      <p:sp>
        <p:nvSpPr>
          <p:cNvPr id="617" name="Google Shape;617;p37"/>
          <p:cNvSpPr txBox="1"/>
          <p:nvPr>
            <p:ph idx="3" type="subTitle"/>
          </p:nvPr>
        </p:nvSpPr>
        <p:spPr>
          <a:xfrm>
            <a:off x="5141311" y="1764713"/>
            <a:ext cx="2634000" cy="284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618" name="Google Shape;618;p37"/>
          <p:cNvSpPr txBox="1"/>
          <p:nvPr>
            <p:ph idx="4" type="subTitle"/>
          </p:nvPr>
        </p:nvSpPr>
        <p:spPr>
          <a:xfrm>
            <a:off x="5141316" y="3325781"/>
            <a:ext cx="26340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rtl="0">
              <a:spcBef>
                <a:spcPts val="400"/>
              </a:spcBef>
              <a:spcAft>
                <a:spcPts val="0"/>
              </a:spcAft>
              <a:buNone/>
              <a:defRPr sz="1100"/>
            </a:lvl2pPr>
            <a:lvl3pPr lvl="2" rtl="0">
              <a:spcBef>
                <a:spcPts val="400"/>
              </a:spcBef>
              <a:spcAft>
                <a:spcPts val="0"/>
              </a:spcAft>
              <a:buNone/>
              <a:defRPr sz="1100"/>
            </a:lvl3pPr>
            <a:lvl4pPr lvl="3" rtl="0">
              <a:spcBef>
                <a:spcPts val="400"/>
              </a:spcBef>
              <a:spcAft>
                <a:spcPts val="0"/>
              </a:spcAft>
              <a:buNone/>
              <a:defRPr sz="1100"/>
            </a:lvl4pPr>
            <a:lvl5pPr lvl="4" rtl="0">
              <a:spcBef>
                <a:spcPts val="400"/>
              </a:spcBef>
              <a:spcAft>
                <a:spcPts val="0"/>
              </a:spcAft>
              <a:buNone/>
              <a:defRPr sz="1100"/>
            </a:lvl5pPr>
            <a:lvl6pPr lvl="5" rtl="0">
              <a:spcBef>
                <a:spcPts val="400"/>
              </a:spcBef>
              <a:spcAft>
                <a:spcPts val="0"/>
              </a:spcAft>
              <a:buNone/>
              <a:defRPr sz="1100"/>
            </a:lvl6pPr>
            <a:lvl7pPr lvl="6" rtl="0">
              <a:spcBef>
                <a:spcPts val="400"/>
              </a:spcBef>
              <a:spcAft>
                <a:spcPts val="0"/>
              </a:spcAft>
              <a:buNone/>
              <a:defRPr sz="1100"/>
            </a:lvl7pPr>
            <a:lvl8pPr lvl="7" rtl="0">
              <a:spcBef>
                <a:spcPts val="400"/>
              </a:spcBef>
              <a:spcAft>
                <a:spcPts val="0"/>
              </a:spcAft>
              <a:buNone/>
              <a:defRPr sz="1100"/>
            </a:lvl8pPr>
            <a:lvl9pPr lvl="8" rtl="0">
              <a:spcBef>
                <a:spcPts val="400"/>
              </a:spcBef>
              <a:spcAft>
                <a:spcPts val="400"/>
              </a:spcAft>
              <a:buNone/>
              <a:defRPr sz="1100"/>
            </a:lvl9pPr>
          </a:lstStyle>
          <a:p/>
        </p:txBody>
      </p:sp>
      <p:sp>
        <p:nvSpPr>
          <p:cNvPr id="619" name="Google Shape;619;p37"/>
          <p:cNvSpPr txBox="1"/>
          <p:nvPr>
            <p:ph idx="5" type="subTitle"/>
          </p:nvPr>
        </p:nvSpPr>
        <p:spPr>
          <a:xfrm>
            <a:off x="5141311" y="2999419"/>
            <a:ext cx="2634000" cy="284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620" name="Google Shape;620;p37"/>
          <p:cNvSpPr txBox="1"/>
          <p:nvPr>
            <p:ph idx="6" type="subTitle"/>
          </p:nvPr>
        </p:nvSpPr>
        <p:spPr>
          <a:xfrm>
            <a:off x="1563469" y="2091075"/>
            <a:ext cx="26340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rtl="0">
              <a:spcBef>
                <a:spcPts val="400"/>
              </a:spcBef>
              <a:spcAft>
                <a:spcPts val="0"/>
              </a:spcAft>
              <a:buNone/>
              <a:defRPr sz="1100"/>
            </a:lvl2pPr>
            <a:lvl3pPr lvl="2" rtl="0">
              <a:spcBef>
                <a:spcPts val="400"/>
              </a:spcBef>
              <a:spcAft>
                <a:spcPts val="0"/>
              </a:spcAft>
              <a:buNone/>
              <a:defRPr sz="1100"/>
            </a:lvl3pPr>
            <a:lvl4pPr lvl="3" rtl="0">
              <a:spcBef>
                <a:spcPts val="400"/>
              </a:spcBef>
              <a:spcAft>
                <a:spcPts val="0"/>
              </a:spcAft>
              <a:buNone/>
              <a:defRPr sz="1100"/>
            </a:lvl4pPr>
            <a:lvl5pPr lvl="4" rtl="0">
              <a:spcBef>
                <a:spcPts val="400"/>
              </a:spcBef>
              <a:spcAft>
                <a:spcPts val="0"/>
              </a:spcAft>
              <a:buNone/>
              <a:defRPr sz="1100"/>
            </a:lvl5pPr>
            <a:lvl6pPr lvl="5" rtl="0">
              <a:spcBef>
                <a:spcPts val="400"/>
              </a:spcBef>
              <a:spcAft>
                <a:spcPts val="0"/>
              </a:spcAft>
              <a:buNone/>
              <a:defRPr sz="1100"/>
            </a:lvl6pPr>
            <a:lvl7pPr lvl="6" rtl="0">
              <a:spcBef>
                <a:spcPts val="400"/>
              </a:spcBef>
              <a:spcAft>
                <a:spcPts val="0"/>
              </a:spcAft>
              <a:buNone/>
              <a:defRPr sz="1100"/>
            </a:lvl7pPr>
            <a:lvl8pPr lvl="7" rtl="0">
              <a:spcBef>
                <a:spcPts val="400"/>
              </a:spcBef>
              <a:spcAft>
                <a:spcPts val="0"/>
              </a:spcAft>
              <a:buNone/>
              <a:defRPr sz="1100"/>
            </a:lvl8pPr>
            <a:lvl9pPr lvl="8" rtl="0">
              <a:spcBef>
                <a:spcPts val="400"/>
              </a:spcBef>
              <a:spcAft>
                <a:spcPts val="400"/>
              </a:spcAft>
              <a:buNone/>
              <a:defRPr sz="1100"/>
            </a:lvl9pPr>
          </a:lstStyle>
          <a:p/>
        </p:txBody>
      </p:sp>
      <p:sp>
        <p:nvSpPr>
          <p:cNvPr id="621" name="Google Shape;621;p37"/>
          <p:cNvSpPr txBox="1"/>
          <p:nvPr>
            <p:ph idx="7" type="subTitle"/>
          </p:nvPr>
        </p:nvSpPr>
        <p:spPr>
          <a:xfrm>
            <a:off x="1563450" y="1764713"/>
            <a:ext cx="2634000" cy="284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622" name="Google Shape;622;p37"/>
          <p:cNvSpPr txBox="1"/>
          <p:nvPr>
            <p:ph idx="8" type="subTitle"/>
          </p:nvPr>
        </p:nvSpPr>
        <p:spPr>
          <a:xfrm>
            <a:off x="1563469" y="3325781"/>
            <a:ext cx="26340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rtl="0">
              <a:spcBef>
                <a:spcPts val="400"/>
              </a:spcBef>
              <a:spcAft>
                <a:spcPts val="0"/>
              </a:spcAft>
              <a:buNone/>
              <a:defRPr sz="1100"/>
            </a:lvl2pPr>
            <a:lvl3pPr lvl="2" rtl="0">
              <a:spcBef>
                <a:spcPts val="400"/>
              </a:spcBef>
              <a:spcAft>
                <a:spcPts val="0"/>
              </a:spcAft>
              <a:buNone/>
              <a:defRPr sz="1100"/>
            </a:lvl3pPr>
            <a:lvl4pPr lvl="3" rtl="0">
              <a:spcBef>
                <a:spcPts val="400"/>
              </a:spcBef>
              <a:spcAft>
                <a:spcPts val="0"/>
              </a:spcAft>
              <a:buNone/>
              <a:defRPr sz="1100"/>
            </a:lvl4pPr>
            <a:lvl5pPr lvl="4" rtl="0">
              <a:spcBef>
                <a:spcPts val="400"/>
              </a:spcBef>
              <a:spcAft>
                <a:spcPts val="0"/>
              </a:spcAft>
              <a:buNone/>
              <a:defRPr sz="1100"/>
            </a:lvl5pPr>
            <a:lvl6pPr lvl="5" rtl="0">
              <a:spcBef>
                <a:spcPts val="400"/>
              </a:spcBef>
              <a:spcAft>
                <a:spcPts val="0"/>
              </a:spcAft>
              <a:buNone/>
              <a:defRPr sz="1100"/>
            </a:lvl6pPr>
            <a:lvl7pPr lvl="6" rtl="0">
              <a:spcBef>
                <a:spcPts val="400"/>
              </a:spcBef>
              <a:spcAft>
                <a:spcPts val="0"/>
              </a:spcAft>
              <a:buNone/>
              <a:defRPr sz="1100"/>
            </a:lvl7pPr>
            <a:lvl8pPr lvl="7" rtl="0">
              <a:spcBef>
                <a:spcPts val="400"/>
              </a:spcBef>
              <a:spcAft>
                <a:spcPts val="0"/>
              </a:spcAft>
              <a:buNone/>
              <a:defRPr sz="1100"/>
            </a:lvl8pPr>
            <a:lvl9pPr lvl="8" rtl="0">
              <a:spcBef>
                <a:spcPts val="400"/>
              </a:spcBef>
              <a:spcAft>
                <a:spcPts val="400"/>
              </a:spcAft>
              <a:buNone/>
              <a:defRPr sz="1100"/>
            </a:lvl9pPr>
          </a:lstStyle>
          <a:p/>
        </p:txBody>
      </p:sp>
      <p:sp>
        <p:nvSpPr>
          <p:cNvPr id="623" name="Google Shape;623;p37"/>
          <p:cNvSpPr txBox="1"/>
          <p:nvPr>
            <p:ph idx="9" type="subTitle"/>
          </p:nvPr>
        </p:nvSpPr>
        <p:spPr>
          <a:xfrm>
            <a:off x="1563450" y="2999419"/>
            <a:ext cx="2634000" cy="284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624" name="Google Shape;624;p37"/>
          <p:cNvSpPr txBox="1"/>
          <p:nvPr>
            <p:ph idx="13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625" name="Google Shape;625;p37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626" name="Google Shape;626;p37"/>
          <p:cNvSpPr txBox="1"/>
          <p:nvPr>
            <p:ph idx="14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four column">
  <p:cSld name="CUSTOM_4_5"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28" name="Google Shape;628;p38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9" name="Google Shape;629;p38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0" name="Google Shape;630;p38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31" name="Google Shape;631;p38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632" name="Google Shape;632;p38"/>
          <p:cNvSpPr txBox="1"/>
          <p:nvPr>
            <p:ph idx="1" type="subTitle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633" name="Google Shape;633;p38"/>
          <p:cNvCxnSpPr/>
          <p:nvPr/>
        </p:nvCxnSpPr>
        <p:spPr>
          <a:xfrm>
            <a:off x="2562438" y="2758500"/>
            <a:ext cx="0" cy="114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634" name="Google Shape;634;p38"/>
          <p:cNvCxnSpPr/>
          <p:nvPr/>
        </p:nvCxnSpPr>
        <p:spPr>
          <a:xfrm>
            <a:off x="4572075" y="2758500"/>
            <a:ext cx="0" cy="114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635" name="Google Shape;635;p38"/>
          <p:cNvCxnSpPr/>
          <p:nvPr/>
        </p:nvCxnSpPr>
        <p:spPr>
          <a:xfrm>
            <a:off x="6581713" y="2758500"/>
            <a:ext cx="0" cy="114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636" name="Google Shape;636;p38"/>
          <p:cNvSpPr txBox="1"/>
          <p:nvPr>
            <p:ph idx="2" type="subTitle"/>
          </p:nvPr>
        </p:nvSpPr>
        <p:spPr>
          <a:xfrm>
            <a:off x="663806" y="3044625"/>
            <a:ext cx="17877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100"/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100"/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100"/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100"/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100"/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100"/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100"/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100"/>
            </a:lvl9pPr>
          </a:lstStyle>
          <a:p/>
        </p:txBody>
      </p:sp>
      <p:sp>
        <p:nvSpPr>
          <p:cNvPr id="637" name="Google Shape;637;p38"/>
          <p:cNvSpPr txBox="1"/>
          <p:nvPr>
            <p:ph idx="3" type="subTitle"/>
          </p:nvPr>
        </p:nvSpPr>
        <p:spPr>
          <a:xfrm>
            <a:off x="663788" y="2718263"/>
            <a:ext cx="1787700" cy="284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638" name="Google Shape;638;p38"/>
          <p:cNvSpPr txBox="1"/>
          <p:nvPr>
            <p:ph idx="4" type="subTitle"/>
          </p:nvPr>
        </p:nvSpPr>
        <p:spPr>
          <a:xfrm>
            <a:off x="6692719" y="3044625"/>
            <a:ext cx="17877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100"/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100"/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100"/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100"/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100"/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100"/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100"/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100"/>
            </a:lvl9pPr>
          </a:lstStyle>
          <a:p/>
        </p:txBody>
      </p:sp>
      <p:sp>
        <p:nvSpPr>
          <p:cNvPr id="639" name="Google Shape;639;p38"/>
          <p:cNvSpPr txBox="1"/>
          <p:nvPr>
            <p:ph idx="5" type="subTitle"/>
          </p:nvPr>
        </p:nvSpPr>
        <p:spPr>
          <a:xfrm>
            <a:off x="6692700" y="2718263"/>
            <a:ext cx="1787700" cy="284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640" name="Google Shape;640;p38"/>
          <p:cNvSpPr txBox="1"/>
          <p:nvPr>
            <p:ph idx="6" type="subTitle"/>
          </p:nvPr>
        </p:nvSpPr>
        <p:spPr>
          <a:xfrm>
            <a:off x="4683081" y="3044625"/>
            <a:ext cx="17877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100"/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100"/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100"/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100"/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100"/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100"/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100"/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100"/>
            </a:lvl9pPr>
          </a:lstStyle>
          <a:p/>
        </p:txBody>
      </p:sp>
      <p:sp>
        <p:nvSpPr>
          <p:cNvPr id="641" name="Google Shape;641;p38"/>
          <p:cNvSpPr txBox="1"/>
          <p:nvPr>
            <p:ph idx="7" type="subTitle"/>
          </p:nvPr>
        </p:nvSpPr>
        <p:spPr>
          <a:xfrm>
            <a:off x="4683063" y="2718263"/>
            <a:ext cx="1787700" cy="284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642" name="Google Shape;642;p38"/>
          <p:cNvSpPr txBox="1"/>
          <p:nvPr>
            <p:ph idx="8" type="subTitle"/>
          </p:nvPr>
        </p:nvSpPr>
        <p:spPr>
          <a:xfrm>
            <a:off x="2673444" y="3044625"/>
            <a:ext cx="17877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100"/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100"/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100"/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100"/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100"/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100"/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100"/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100"/>
            </a:lvl9pPr>
          </a:lstStyle>
          <a:p/>
        </p:txBody>
      </p:sp>
      <p:sp>
        <p:nvSpPr>
          <p:cNvPr id="643" name="Google Shape;643;p38"/>
          <p:cNvSpPr txBox="1"/>
          <p:nvPr>
            <p:ph idx="9" type="subTitle"/>
          </p:nvPr>
        </p:nvSpPr>
        <p:spPr>
          <a:xfrm>
            <a:off x="2673425" y="2718263"/>
            <a:ext cx="1787700" cy="284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644" name="Google Shape;644;p38"/>
          <p:cNvSpPr txBox="1"/>
          <p:nvPr>
            <p:ph idx="13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645" name="Google Shape;645;p38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646" name="Google Shape;646;p38"/>
          <p:cNvSpPr txBox="1"/>
          <p:nvPr>
            <p:ph idx="14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tle left">
  <p:cSld name="CUSTOM_4_4"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39"/>
          <p:cNvSpPr txBox="1"/>
          <p:nvPr>
            <p:ph idx="1" type="subTitle"/>
          </p:nvPr>
        </p:nvSpPr>
        <p:spPr>
          <a:xfrm>
            <a:off x="663788" y="2519025"/>
            <a:ext cx="2469000" cy="148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1pPr>
            <a:lvl2pPr lvl="1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2pPr>
            <a:lvl3pPr lvl="2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3pPr>
            <a:lvl4pPr lvl="3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4pPr>
            <a:lvl5pPr lvl="4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5pPr>
            <a:lvl6pPr lvl="5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6pPr>
            <a:lvl7pPr lvl="6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7pPr>
            <a:lvl8pPr lvl="7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8pPr>
            <a:lvl9pPr lvl="8" rtl="0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649" name="Google Shape;649;p39"/>
          <p:cNvSpPr txBox="1"/>
          <p:nvPr>
            <p:ph type="title"/>
          </p:nvPr>
        </p:nvSpPr>
        <p:spPr>
          <a:xfrm>
            <a:off x="663788" y="930525"/>
            <a:ext cx="3086100" cy="148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650" name="Google Shape;650;p39"/>
          <p:cNvSpPr txBox="1"/>
          <p:nvPr>
            <p:ph idx="2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cxnSp>
        <p:nvCxnSpPr>
          <p:cNvPr id="651" name="Google Shape;651;p39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2" name="Google Shape;652;p39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3" name="Google Shape;653;p39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54" name="Google Shape;654;p39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655" name="Google Shape;655;p39"/>
          <p:cNvSpPr txBox="1"/>
          <p:nvPr>
            <p:ph idx="3" type="subTitle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56" name="Google Shape;656;p39"/>
          <p:cNvSpPr txBox="1"/>
          <p:nvPr>
            <p:ph idx="4" type="subTitle"/>
          </p:nvPr>
        </p:nvSpPr>
        <p:spPr>
          <a:xfrm>
            <a:off x="5143013" y="1233038"/>
            <a:ext cx="3495600" cy="66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rtl="0">
              <a:spcBef>
                <a:spcPts val="400"/>
              </a:spcBef>
              <a:spcAft>
                <a:spcPts val="0"/>
              </a:spcAft>
              <a:buNone/>
              <a:defRPr sz="1100"/>
            </a:lvl2pPr>
            <a:lvl3pPr lvl="2" rtl="0">
              <a:spcBef>
                <a:spcPts val="400"/>
              </a:spcBef>
              <a:spcAft>
                <a:spcPts val="0"/>
              </a:spcAft>
              <a:buNone/>
              <a:defRPr sz="1100"/>
            </a:lvl3pPr>
            <a:lvl4pPr lvl="3" rtl="0">
              <a:spcBef>
                <a:spcPts val="400"/>
              </a:spcBef>
              <a:spcAft>
                <a:spcPts val="0"/>
              </a:spcAft>
              <a:buNone/>
              <a:defRPr sz="1100"/>
            </a:lvl4pPr>
            <a:lvl5pPr lvl="4" rtl="0">
              <a:spcBef>
                <a:spcPts val="400"/>
              </a:spcBef>
              <a:spcAft>
                <a:spcPts val="0"/>
              </a:spcAft>
              <a:buNone/>
              <a:defRPr sz="1100"/>
            </a:lvl5pPr>
            <a:lvl6pPr lvl="5" rtl="0">
              <a:spcBef>
                <a:spcPts val="400"/>
              </a:spcBef>
              <a:spcAft>
                <a:spcPts val="0"/>
              </a:spcAft>
              <a:buNone/>
              <a:defRPr sz="1100"/>
            </a:lvl6pPr>
            <a:lvl7pPr lvl="6" rtl="0">
              <a:spcBef>
                <a:spcPts val="400"/>
              </a:spcBef>
              <a:spcAft>
                <a:spcPts val="0"/>
              </a:spcAft>
              <a:buNone/>
              <a:defRPr sz="1100"/>
            </a:lvl7pPr>
            <a:lvl8pPr lvl="7" rtl="0">
              <a:spcBef>
                <a:spcPts val="400"/>
              </a:spcBef>
              <a:spcAft>
                <a:spcPts val="0"/>
              </a:spcAft>
              <a:buNone/>
              <a:defRPr sz="1100"/>
            </a:lvl8pPr>
            <a:lvl9pPr lvl="8" rtl="0">
              <a:spcBef>
                <a:spcPts val="400"/>
              </a:spcBef>
              <a:spcAft>
                <a:spcPts val="400"/>
              </a:spcAft>
              <a:buNone/>
              <a:defRPr sz="1100"/>
            </a:lvl9pPr>
          </a:lstStyle>
          <a:p/>
        </p:txBody>
      </p:sp>
      <p:sp>
        <p:nvSpPr>
          <p:cNvPr id="657" name="Google Shape;657;p39"/>
          <p:cNvSpPr txBox="1"/>
          <p:nvPr>
            <p:ph idx="5" type="subTitle"/>
          </p:nvPr>
        </p:nvSpPr>
        <p:spPr>
          <a:xfrm>
            <a:off x="5143013" y="930525"/>
            <a:ext cx="3495600" cy="260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658" name="Google Shape;658;p39"/>
          <p:cNvSpPr txBox="1"/>
          <p:nvPr>
            <p:ph idx="6" type="subTitle"/>
          </p:nvPr>
        </p:nvSpPr>
        <p:spPr>
          <a:xfrm>
            <a:off x="5143013" y="2373094"/>
            <a:ext cx="3495600" cy="66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rtl="0">
              <a:spcBef>
                <a:spcPts val="400"/>
              </a:spcBef>
              <a:spcAft>
                <a:spcPts val="0"/>
              </a:spcAft>
              <a:buNone/>
              <a:defRPr sz="1100"/>
            </a:lvl2pPr>
            <a:lvl3pPr lvl="2" rtl="0">
              <a:spcBef>
                <a:spcPts val="400"/>
              </a:spcBef>
              <a:spcAft>
                <a:spcPts val="0"/>
              </a:spcAft>
              <a:buNone/>
              <a:defRPr sz="1100"/>
            </a:lvl3pPr>
            <a:lvl4pPr lvl="3" rtl="0">
              <a:spcBef>
                <a:spcPts val="400"/>
              </a:spcBef>
              <a:spcAft>
                <a:spcPts val="0"/>
              </a:spcAft>
              <a:buNone/>
              <a:defRPr sz="1100"/>
            </a:lvl4pPr>
            <a:lvl5pPr lvl="4" rtl="0">
              <a:spcBef>
                <a:spcPts val="400"/>
              </a:spcBef>
              <a:spcAft>
                <a:spcPts val="0"/>
              </a:spcAft>
              <a:buNone/>
              <a:defRPr sz="1100"/>
            </a:lvl5pPr>
            <a:lvl6pPr lvl="5" rtl="0">
              <a:spcBef>
                <a:spcPts val="400"/>
              </a:spcBef>
              <a:spcAft>
                <a:spcPts val="0"/>
              </a:spcAft>
              <a:buNone/>
              <a:defRPr sz="1100"/>
            </a:lvl6pPr>
            <a:lvl7pPr lvl="6" rtl="0">
              <a:spcBef>
                <a:spcPts val="400"/>
              </a:spcBef>
              <a:spcAft>
                <a:spcPts val="0"/>
              </a:spcAft>
              <a:buNone/>
              <a:defRPr sz="1100"/>
            </a:lvl7pPr>
            <a:lvl8pPr lvl="7" rtl="0">
              <a:spcBef>
                <a:spcPts val="400"/>
              </a:spcBef>
              <a:spcAft>
                <a:spcPts val="0"/>
              </a:spcAft>
              <a:buNone/>
              <a:defRPr sz="1100"/>
            </a:lvl8pPr>
            <a:lvl9pPr lvl="8" rtl="0">
              <a:spcBef>
                <a:spcPts val="400"/>
              </a:spcBef>
              <a:spcAft>
                <a:spcPts val="400"/>
              </a:spcAft>
              <a:buNone/>
              <a:defRPr sz="1100"/>
            </a:lvl9pPr>
          </a:lstStyle>
          <a:p/>
        </p:txBody>
      </p:sp>
      <p:sp>
        <p:nvSpPr>
          <p:cNvPr id="659" name="Google Shape;659;p39"/>
          <p:cNvSpPr txBox="1"/>
          <p:nvPr>
            <p:ph idx="7" type="subTitle"/>
          </p:nvPr>
        </p:nvSpPr>
        <p:spPr>
          <a:xfrm>
            <a:off x="5143013" y="2070581"/>
            <a:ext cx="3495600" cy="260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660" name="Google Shape;660;p39"/>
          <p:cNvSpPr txBox="1"/>
          <p:nvPr>
            <p:ph idx="8" type="subTitle"/>
          </p:nvPr>
        </p:nvSpPr>
        <p:spPr>
          <a:xfrm>
            <a:off x="5143013" y="3513150"/>
            <a:ext cx="3495600" cy="66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rtl="0">
              <a:spcBef>
                <a:spcPts val="400"/>
              </a:spcBef>
              <a:spcAft>
                <a:spcPts val="0"/>
              </a:spcAft>
              <a:buNone/>
              <a:defRPr sz="1100"/>
            </a:lvl2pPr>
            <a:lvl3pPr lvl="2" rtl="0">
              <a:spcBef>
                <a:spcPts val="400"/>
              </a:spcBef>
              <a:spcAft>
                <a:spcPts val="0"/>
              </a:spcAft>
              <a:buNone/>
              <a:defRPr sz="1100"/>
            </a:lvl3pPr>
            <a:lvl4pPr lvl="3" rtl="0">
              <a:spcBef>
                <a:spcPts val="400"/>
              </a:spcBef>
              <a:spcAft>
                <a:spcPts val="0"/>
              </a:spcAft>
              <a:buNone/>
              <a:defRPr sz="1100"/>
            </a:lvl4pPr>
            <a:lvl5pPr lvl="4" rtl="0">
              <a:spcBef>
                <a:spcPts val="400"/>
              </a:spcBef>
              <a:spcAft>
                <a:spcPts val="0"/>
              </a:spcAft>
              <a:buNone/>
              <a:defRPr sz="1100"/>
            </a:lvl5pPr>
            <a:lvl6pPr lvl="5" rtl="0">
              <a:spcBef>
                <a:spcPts val="400"/>
              </a:spcBef>
              <a:spcAft>
                <a:spcPts val="0"/>
              </a:spcAft>
              <a:buNone/>
              <a:defRPr sz="1100"/>
            </a:lvl6pPr>
            <a:lvl7pPr lvl="6" rtl="0">
              <a:spcBef>
                <a:spcPts val="400"/>
              </a:spcBef>
              <a:spcAft>
                <a:spcPts val="0"/>
              </a:spcAft>
              <a:buNone/>
              <a:defRPr sz="1100"/>
            </a:lvl7pPr>
            <a:lvl8pPr lvl="7" rtl="0">
              <a:spcBef>
                <a:spcPts val="400"/>
              </a:spcBef>
              <a:spcAft>
                <a:spcPts val="0"/>
              </a:spcAft>
              <a:buNone/>
              <a:defRPr sz="1100"/>
            </a:lvl8pPr>
            <a:lvl9pPr lvl="8" rtl="0">
              <a:spcBef>
                <a:spcPts val="400"/>
              </a:spcBef>
              <a:spcAft>
                <a:spcPts val="400"/>
              </a:spcAft>
              <a:buNone/>
              <a:defRPr sz="1100"/>
            </a:lvl9pPr>
          </a:lstStyle>
          <a:p/>
        </p:txBody>
      </p:sp>
      <p:sp>
        <p:nvSpPr>
          <p:cNvPr id="661" name="Google Shape;661;p39"/>
          <p:cNvSpPr txBox="1"/>
          <p:nvPr>
            <p:ph idx="9" type="subTitle"/>
          </p:nvPr>
        </p:nvSpPr>
        <p:spPr>
          <a:xfrm>
            <a:off x="5143013" y="3210638"/>
            <a:ext cx="3495600" cy="260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hree column">
  <p:cSld name="CUSTOM_4_3"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63" name="Google Shape;663;p40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4" name="Google Shape;664;p40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5" name="Google Shape;665;p40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66" name="Google Shape;666;p40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p40"/>
          <p:cNvSpPr txBox="1"/>
          <p:nvPr>
            <p:ph idx="1" type="subTitle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668" name="Google Shape;668;p40"/>
          <p:cNvCxnSpPr/>
          <p:nvPr/>
        </p:nvCxnSpPr>
        <p:spPr>
          <a:xfrm>
            <a:off x="3229613" y="3172294"/>
            <a:ext cx="0" cy="1168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669" name="Google Shape;669;p40"/>
          <p:cNvCxnSpPr/>
          <p:nvPr/>
        </p:nvCxnSpPr>
        <p:spPr>
          <a:xfrm>
            <a:off x="5914388" y="3172294"/>
            <a:ext cx="0" cy="1168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670" name="Google Shape;670;p40"/>
          <p:cNvSpPr txBox="1"/>
          <p:nvPr>
            <p:ph idx="2" type="subTitle"/>
          </p:nvPr>
        </p:nvSpPr>
        <p:spPr>
          <a:xfrm>
            <a:off x="3351225" y="3172294"/>
            <a:ext cx="2441400" cy="241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671" name="Google Shape;671;p40"/>
          <p:cNvSpPr txBox="1"/>
          <p:nvPr>
            <p:ph idx="3" type="subTitle"/>
          </p:nvPr>
        </p:nvSpPr>
        <p:spPr>
          <a:xfrm>
            <a:off x="3351300" y="3539213"/>
            <a:ext cx="24414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100"/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100"/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100"/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100"/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100"/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100"/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100"/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100"/>
            </a:lvl9pPr>
          </a:lstStyle>
          <a:p/>
        </p:txBody>
      </p:sp>
      <p:sp>
        <p:nvSpPr>
          <p:cNvPr id="672" name="Google Shape;672;p40"/>
          <p:cNvSpPr txBox="1"/>
          <p:nvPr>
            <p:ph idx="4" type="subTitle"/>
          </p:nvPr>
        </p:nvSpPr>
        <p:spPr>
          <a:xfrm>
            <a:off x="6036000" y="3172294"/>
            <a:ext cx="2441400" cy="241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673" name="Google Shape;673;p40"/>
          <p:cNvSpPr txBox="1"/>
          <p:nvPr>
            <p:ph idx="5" type="subTitle"/>
          </p:nvPr>
        </p:nvSpPr>
        <p:spPr>
          <a:xfrm>
            <a:off x="6036075" y="3539213"/>
            <a:ext cx="24414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100"/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100"/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100"/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100"/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100"/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100"/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100"/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100"/>
            </a:lvl9pPr>
          </a:lstStyle>
          <a:p/>
        </p:txBody>
      </p:sp>
      <p:sp>
        <p:nvSpPr>
          <p:cNvPr id="674" name="Google Shape;674;p40"/>
          <p:cNvSpPr txBox="1"/>
          <p:nvPr>
            <p:ph idx="6" type="subTitle"/>
          </p:nvPr>
        </p:nvSpPr>
        <p:spPr>
          <a:xfrm>
            <a:off x="666450" y="3172294"/>
            <a:ext cx="2441400" cy="241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675" name="Google Shape;675;p40"/>
          <p:cNvSpPr txBox="1"/>
          <p:nvPr>
            <p:ph idx="7" type="subTitle"/>
          </p:nvPr>
        </p:nvSpPr>
        <p:spPr>
          <a:xfrm>
            <a:off x="666525" y="3539213"/>
            <a:ext cx="24414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100"/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100"/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100"/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100"/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100"/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100"/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100"/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100"/>
            </a:lvl9pPr>
          </a:lstStyle>
          <a:p/>
        </p:txBody>
      </p:sp>
      <p:sp>
        <p:nvSpPr>
          <p:cNvPr id="676" name="Google Shape;676;p40"/>
          <p:cNvSpPr txBox="1"/>
          <p:nvPr>
            <p:ph idx="8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677" name="Google Shape;677;p40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678" name="Google Shape;678;p40"/>
          <p:cNvSpPr txBox="1"/>
          <p:nvPr>
            <p:ph idx="9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image left">
  <p:cSld name="CUSTOM_4_2"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0" name="Google Shape;680;p41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1" name="Google Shape;681;p41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82" name="Google Shape;682;p41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83" name="Google Shape;683;p41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684" name="Google Shape;684;p41"/>
          <p:cNvSpPr txBox="1"/>
          <p:nvPr>
            <p:ph idx="1" type="subTitle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85" name="Google Shape;685;p41"/>
          <p:cNvSpPr txBox="1"/>
          <p:nvPr>
            <p:ph idx="2" type="subTitle"/>
          </p:nvPr>
        </p:nvSpPr>
        <p:spPr>
          <a:xfrm>
            <a:off x="4246556" y="1904438"/>
            <a:ext cx="4114800" cy="237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13000"/>
              </a:lnSpc>
              <a:spcBef>
                <a:spcPts val="150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13000"/>
              </a:lnSpc>
              <a:spcBef>
                <a:spcPts val="150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13000"/>
              </a:lnSpc>
              <a:spcBef>
                <a:spcPts val="150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13000"/>
              </a:lnSpc>
              <a:spcBef>
                <a:spcPts val="150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13000"/>
              </a:lnSpc>
              <a:spcBef>
                <a:spcPts val="150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13000"/>
              </a:lnSpc>
              <a:spcBef>
                <a:spcPts val="150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13000"/>
              </a:lnSpc>
              <a:spcBef>
                <a:spcPts val="150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13000"/>
              </a:lnSpc>
              <a:spcBef>
                <a:spcPts val="1500"/>
              </a:spcBef>
              <a:spcAft>
                <a:spcPts val="1500"/>
              </a:spcAft>
              <a:buNone/>
              <a:defRPr/>
            </a:lvl9pPr>
          </a:lstStyle>
          <a:p/>
        </p:txBody>
      </p:sp>
      <p:sp>
        <p:nvSpPr>
          <p:cNvPr id="686" name="Google Shape;686;p41"/>
          <p:cNvSpPr txBox="1"/>
          <p:nvPr>
            <p:ph idx="3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687" name="Google Shape;687;p41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688" name="Google Shape;688;p41"/>
          <p:cNvSpPr txBox="1"/>
          <p:nvPr>
            <p:ph idx="4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large text alt1">
  <p:cSld name="CUSTOM_4_2_2"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90" name="Google Shape;690;p42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1" name="Google Shape;691;p42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2" name="Google Shape;692;p42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93" name="Google Shape;693;p42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42"/>
          <p:cNvSpPr txBox="1"/>
          <p:nvPr>
            <p:ph idx="1" type="subTitle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95" name="Google Shape;695;p42"/>
          <p:cNvSpPr txBox="1"/>
          <p:nvPr>
            <p:ph idx="2" type="subTitle"/>
          </p:nvPr>
        </p:nvSpPr>
        <p:spPr>
          <a:xfrm>
            <a:off x="1565888" y="1812319"/>
            <a:ext cx="6033600" cy="97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4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2pPr>
            <a:lvl3pPr lvl="2" rtl="0">
              <a:spcBef>
                <a:spcPts val="4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3pPr>
            <a:lvl4pPr lvl="3" rtl="0">
              <a:spcBef>
                <a:spcPts val="4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4pPr>
            <a:lvl5pPr lvl="4" rtl="0">
              <a:spcBef>
                <a:spcPts val="4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5pPr>
            <a:lvl6pPr lvl="5" rtl="0">
              <a:spcBef>
                <a:spcPts val="4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6pPr>
            <a:lvl7pPr lvl="6" rtl="0">
              <a:spcBef>
                <a:spcPts val="4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8pPr>
            <a:lvl9pPr lvl="8" rtl="0">
              <a:spcBef>
                <a:spcPts val="400"/>
              </a:spcBef>
              <a:spcAft>
                <a:spcPts val="400"/>
              </a:spcAft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696" name="Google Shape;696;p42"/>
          <p:cNvSpPr txBox="1"/>
          <p:nvPr>
            <p:ph idx="3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697" name="Google Shape;697;p42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698" name="Google Shape;698;p42"/>
          <p:cNvSpPr txBox="1"/>
          <p:nvPr>
            <p:ph idx="4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large text">
  <p:cSld name="CUSTOM_4_2_1"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43"/>
          <p:cNvSpPr txBox="1"/>
          <p:nvPr>
            <p:ph type="title"/>
          </p:nvPr>
        </p:nvSpPr>
        <p:spPr>
          <a:xfrm>
            <a:off x="2460281" y="1239806"/>
            <a:ext cx="5573100" cy="2948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chemeClr val="accent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Red Hat Text"/>
                <a:ea typeface="Red Hat Text"/>
                <a:cs typeface="Red Hat Text"/>
                <a:sym typeface="Red Hat Text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Red Hat Text"/>
                <a:ea typeface="Red Hat Text"/>
                <a:cs typeface="Red Hat Text"/>
                <a:sym typeface="Red Hat Text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Red Hat Text"/>
                <a:ea typeface="Red Hat Text"/>
                <a:cs typeface="Red Hat Text"/>
                <a:sym typeface="Red Hat Text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Red Hat Text"/>
                <a:ea typeface="Red Hat Text"/>
                <a:cs typeface="Red Hat Text"/>
                <a:sym typeface="Red Hat Text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Red Hat Text"/>
                <a:ea typeface="Red Hat Text"/>
                <a:cs typeface="Red Hat Text"/>
                <a:sym typeface="Red Hat Text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Red Hat Text"/>
                <a:ea typeface="Red Hat Text"/>
                <a:cs typeface="Red Hat Text"/>
                <a:sym typeface="Red Hat Text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Red Hat Text"/>
                <a:ea typeface="Red Hat Text"/>
                <a:cs typeface="Red Hat Text"/>
                <a:sym typeface="Red Hat Text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Red Hat Text"/>
                <a:ea typeface="Red Hat Text"/>
                <a:cs typeface="Red Hat Text"/>
                <a:sym typeface="Red Hat Text"/>
              </a:defRPr>
            </a:lvl9pPr>
          </a:lstStyle>
          <a:p/>
        </p:txBody>
      </p:sp>
      <p:sp>
        <p:nvSpPr>
          <p:cNvPr id="701" name="Google Shape;701;p43"/>
          <p:cNvSpPr txBox="1"/>
          <p:nvPr>
            <p:ph idx="1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702" name="Google Shape;702;p43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3" name="Google Shape;703;p43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04" name="Google Shape;704;p43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05" name="Google Shape;705;p43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706" name="Google Shape;706;p43"/>
          <p:cNvSpPr txBox="1"/>
          <p:nvPr>
            <p:ph idx="2" type="subTitle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agenda dark">
  <p:cSld name="CUSTOM_4_1">
    <p:bg>
      <p:bgPr>
        <a:solidFill>
          <a:srgbClr val="353535"/>
        </a:solidFill>
      </p:bgPr>
    </p:bg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44"/>
          <p:cNvSpPr txBox="1"/>
          <p:nvPr>
            <p:ph idx="1" type="body"/>
          </p:nvPr>
        </p:nvSpPr>
        <p:spPr>
          <a:xfrm>
            <a:off x="6502425" y="1387106"/>
            <a:ext cx="1599000" cy="225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▸"/>
              <a:defRPr>
                <a:solidFill>
                  <a:srgbClr val="FFFFFF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FFFFFF"/>
              </a:buClr>
              <a:buSzPts val="1400"/>
              <a:buChar char="･"/>
              <a:defRPr>
                <a:solidFill>
                  <a:srgbClr val="FFFFFF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FFFFFF"/>
              </a:buClr>
              <a:buSzPts val="1400"/>
              <a:buChar char="･"/>
              <a:defRPr>
                <a:solidFill>
                  <a:srgbClr val="FFFFFF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FFFFFF"/>
              </a:buClr>
              <a:buSzPts val="1400"/>
              <a:buChar char="･"/>
              <a:defRPr>
                <a:solidFill>
                  <a:srgbClr val="FFFFFF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FFFFFF"/>
              </a:buClr>
              <a:buSzPts val="1400"/>
              <a:buChar char="･"/>
              <a:defRPr>
                <a:solidFill>
                  <a:srgbClr val="FFFFFF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FFFFFF"/>
              </a:buClr>
              <a:buSzPts val="1400"/>
              <a:buChar char="･"/>
              <a:defRPr>
                <a:solidFill>
                  <a:srgbClr val="FFFFFF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FFFFFF"/>
              </a:buClr>
              <a:buSzPts val="1400"/>
              <a:buChar char="･"/>
              <a:defRPr>
                <a:solidFill>
                  <a:srgbClr val="FFFFFF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FFFFFF"/>
              </a:buClr>
              <a:buSzPts val="1400"/>
              <a:buChar char="･"/>
              <a:defRPr>
                <a:solidFill>
                  <a:srgbClr val="FFFFFF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Clr>
                <a:srgbClr val="FFFFFF"/>
              </a:buClr>
              <a:buSzPts val="1400"/>
              <a:buChar char="･"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709" name="Google Shape;709;p44"/>
          <p:cNvSpPr txBox="1"/>
          <p:nvPr>
            <p:ph idx="2" type="body"/>
          </p:nvPr>
        </p:nvSpPr>
        <p:spPr>
          <a:xfrm>
            <a:off x="4281525" y="1387106"/>
            <a:ext cx="1599000" cy="225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▸"/>
              <a:defRPr>
                <a:solidFill>
                  <a:srgbClr val="FFFFFF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FFFFFF"/>
              </a:buClr>
              <a:buSzPts val="1400"/>
              <a:buChar char="･"/>
              <a:defRPr>
                <a:solidFill>
                  <a:srgbClr val="FFFFFF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FFFFFF"/>
              </a:buClr>
              <a:buSzPts val="1400"/>
              <a:buChar char="･"/>
              <a:defRPr>
                <a:solidFill>
                  <a:srgbClr val="FFFFFF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FFFFFF"/>
              </a:buClr>
              <a:buSzPts val="1400"/>
              <a:buChar char="･"/>
              <a:defRPr>
                <a:solidFill>
                  <a:srgbClr val="FFFFFF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FFFFFF"/>
              </a:buClr>
              <a:buSzPts val="1400"/>
              <a:buChar char="･"/>
              <a:defRPr>
                <a:solidFill>
                  <a:srgbClr val="FFFFFF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FFFFFF"/>
              </a:buClr>
              <a:buSzPts val="1400"/>
              <a:buChar char="･"/>
              <a:defRPr>
                <a:solidFill>
                  <a:srgbClr val="FFFFFF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FFFFFF"/>
              </a:buClr>
              <a:buSzPts val="1400"/>
              <a:buChar char="･"/>
              <a:defRPr>
                <a:solidFill>
                  <a:srgbClr val="FFFFFF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FFFFFF"/>
              </a:buClr>
              <a:buSzPts val="1400"/>
              <a:buChar char="･"/>
              <a:defRPr>
                <a:solidFill>
                  <a:srgbClr val="FFFFFF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Clr>
                <a:srgbClr val="FFFFFF"/>
              </a:buClr>
              <a:buSzPts val="1400"/>
              <a:buChar char="･"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710" name="Google Shape;710;p44"/>
          <p:cNvSpPr txBox="1"/>
          <p:nvPr>
            <p:ph type="title"/>
          </p:nvPr>
        </p:nvSpPr>
        <p:spPr>
          <a:xfrm>
            <a:off x="675206" y="1302325"/>
            <a:ext cx="2914500" cy="202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cxnSp>
        <p:nvCxnSpPr>
          <p:cNvPr id="711" name="Google Shape;711;p44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2" name="Google Shape;712;p44"/>
          <p:cNvSpPr txBox="1"/>
          <p:nvPr>
            <p:ph idx="3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 Medium"/>
              <a:buNone/>
              <a:defRPr sz="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713" name="Google Shape;713;p44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14" name="Google Shape;714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33460" y="4734378"/>
            <a:ext cx="731888" cy="172209"/>
          </a:xfrm>
          <a:prstGeom prst="rect">
            <a:avLst/>
          </a:prstGeom>
          <a:noFill/>
          <a:ln>
            <a:noFill/>
          </a:ln>
        </p:spPr>
      </p:pic>
      <p:sp>
        <p:nvSpPr>
          <p:cNvPr id="715" name="Google Shape;715;p44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16" name="Google Shape;716;p44"/>
          <p:cNvSpPr txBox="1"/>
          <p:nvPr>
            <p:ph idx="4" type="subTitle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lt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lt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lt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lt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lt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lt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lt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lt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agenda light">
  <p:cSld name="CUSTOM_4_1_1">
    <p:bg>
      <p:bgPr>
        <a:solidFill>
          <a:schemeClr val="lt1"/>
        </a:solidFill>
      </p:bgPr>
    </p:bg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18" name="Google Shape;718;p45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9" name="Google Shape;719;p45"/>
          <p:cNvSpPr txBox="1"/>
          <p:nvPr>
            <p:ph idx="1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800"/>
              <a:buFont typeface="Red Hat Text Medium"/>
              <a:buNone/>
              <a:defRPr sz="8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800"/>
              <a:buFont typeface="Red Hat Text Medium"/>
              <a:buNone/>
              <a:defRPr sz="8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800"/>
              <a:buFont typeface="Red Hat Text Medium"/>
              <a:buNone/>
              <a:defRPr sz="8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800"/>
              <a:buFont typeface="Red Hat Text Medium"/>
              <a:buNone/>
              <a:defRPr sz="8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800"/>
              <a:buFont typeface="Red Hat Text Medium"/>
              <a:buNone/>
              <a:defRPr sz="8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800"/>
              <a:buFont typeface="Red Hat Text Medium"/>
              <a:buNone/>
              <a:defRPr sz="8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800"/>
              <a:buFont typeface="Red Hat Text Medium"/>
              <a:buNone/>
              <a:defRPr sz="8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800"/>
              <a:buFont typeface="Red Hat Text Medium"/>
              <a:buNone/>
              <a:defRPr sz="8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720" name="Google Shape;720;p45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1" name="Google Shape;721;p45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22" name="Google Shape;722;p45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723" name="Google Shape;723;p45"/>
          <p:cNvSpPr txBox="1"/>
          <p:nvPr>
            <p:ph idx="2" type="subTitle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24" name="Google Shape;724;p45"/>
          <p:cNvSpPr txBox="1"/>
          <p:nvPr>
            <p:ph idx="3" type="body"/>
          </p:nvPr>
        </p:nvSpPr>
        <p:spPr>
          <a:xfrm>
            <a:off x="6502425" y="1387106"/>
            <a:ext cx="1599000" cy="225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1pPr>
            <a:lvl2pPr indent="-317500" lvl="1" marL="9144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400"/>
              <a:buChar char="･"/>
              <a:defRPr/>
            </a:lvl2pPr>
            <a:lvl3pPr indent="-317500" lvl="2" marL="13716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400"/>
              <a:buChar char="･"/>
              <a:defRPr/>
            </a:lvl3pPr>
            <a:lvl4pPr indent="-317500" lvl="3" marL="18288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400"/>
              <a:buChar char="･"/>
              <a:defRPr/>
            </a:lvl4pPr>
            <a:lvl5pPr indent="-317500" lvl="4" marL="22860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400"/>
              <a:buChar char="･"/>
              <a:defRPr/>
            </a:lvl5pPr>
            <a:lvl6pPr indent="-317500" lvl="5" marL="27432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400"/>
              <a:buChar char="･"/>
              <a:defRPr/>
            </a:lvl6pPr>
            <a:lvl7pPr indent="-317500" lvl="6" marL="32004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400"/>
              <a:buChar char="･"/>
              <a:defRPr/>
            </a:lvl7pPr>
            <a:lvl8pPr indent="-317500" lvl="7" marL="36576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400"/>
              <a:buChar char="･"/>
              <a:defRPr/>
            </a:lvl8pPr>
            <a:lvl9pPr indent="-317500" lvl="8" marL="4114800" rtl="0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SzPts val="1400"/>
              <a:buChar char="･"/>
              <a:defRPr/>
            </a:lvl9pPr>
          </a:lstStyle>
          <a:p/>
        </p:txBody>
      </p:sp>
      <p:sp>
        <p:nvSpPr>
          <p:cNvPr id="725" name="Google Shape;725;p45"/>
          <p:cNvSpPr txBox="1"/>
          <p:nvPr>
            <p:ph idx="4" type="body"/>
          </p:nvPr>
        </p:nvSpPr>
        <p:spPr>
          <a:xfrm>
            <a:off x="4281525" y="1387106"/>
            <a:ext cx="1599000" cy="225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1pPr>
            <a:lvl2pPr indent="-317500" lvl="1" marL="9144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400"/>
              <a:buChar char="･"/>
              <a:defRPr/>
            </a:lvl2pPr>
            <a:lvl3pPr indent="-317500" lvl="2" marL="13716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400"/>
              <a:buChar char="･"/>
              <a:defRPr/>
            </a:lvl3pPr>
            <a:lvl4pPr indent="-317500" lvl="3" marL="18288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400"/>
              <a:buChar char="･"/>
              <a:defRPr/>
            </a:lvl4pPr>
            <a:lvl5pPr indent="-317500" lvl="4" marL="22860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400"/>
              <a:buChar char="･"/>
              <a:defRPr/>
            </a:lvl5pPr>
            <a:lvl6pPr indent="-317500" lvl="5" marL="27432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400"/>
              <a:buChar char="･"/>
              <a:defRPr/>
            </a:lvl6pPr>
            <a:lvl7pPr indent="-317500" lvl="6" marL="32004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400"/>
              <a:buChar char="･"/>
              <a:defRPr/>
            </a:lvl7pPr>
            <a:lvl8pPr indent="-317500" lvl="7" marL="36576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400"/>
              <a:buChar char="･"/>
              <a:defRPr/>
            </a:lvl8pPr>
            <a:lvl9pPr indent="-317500" lvl="8" marL="4114800" rtl="0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SzPts val="1400"/>
              <a:buChar char="･"/>
              <a:defRPr/>
            </a:lvl9pPr>
          </a:lstStyle>
          <a:p/>
        </p:txBody>
      </p:sp>
      <p:sp>
        <p:nvSpPr>
          <p:cNvPr id="726" name="Google Shape;726;p45"/>
          <p:cNvSpPr txBox="1"/>
          <p:nvPr>
            <p:ph type="title"/>
          </p:nvPr>
        </p:nvSpPr>
        <p:spPr>
          <a:xfrm>
            <a:off x="675206" y="1302325"/>
            <a:ext cx="2914500" cy="202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overview">
  <p:cSld name="CUSTOM_4_1_1_1">
    <p:bg>
      <p:bgPr>
        <a:solidFill>
          <a:schemeClr val="lt1"/>
        </a:solidFill>
      </p:bgPr>
    </p:bg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28" name="Google Shape;728;p46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9" name="Google Shape;729;p46"/>
          <p:cNvSpPr txBox="1"/>
          <p:nvPr>
            <p:ph idx="1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800"/>
              <a:buFont typeface="Red Hat Text Medium"/>
              <a:buNone/>
              <a:defRPr sz="8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800"/>
              <a:buFont typeface="Red Hat Text Medium"/>
              <a:buNone/>
              <a:defRPr sz="8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800"/>
              <a:buFont typeface="Red Hat Text Medium"/>
              <a:buNone/>
              <a:defRPr sz="8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800"/>
              <a:buFont typeface="Red Hat Text Medium"/>
              <a:buNone/>
              <a:defRPr sz="8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800"/>
              <a:buFont typeface="Red Hat Text Medium"/>
              <a:buNone/>
              <a:defRPr sz="8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800"/>
              <a:buFont typeface="Red Hat Text Medium"/>
              <a:buNone/>
              <a:defRPr sz="8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800"/>
              <a:buFont typeface="Red Hat Text Medium"/>
              <a:buNone/>
              <a:defRPr sz="8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800"/>
              <a:buFont typeface="Red Hat Text Medium"/>
              <a:buNone/>
              <a:defRPr sz="8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730" name="Google Shape;730;p46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31" name="Google Shape;731;p46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32" name="Google Shape;732;p46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733" name="Google Shape;733;p46"/>
          <p:cNvSpPr txBox="1"/>
          <p:nvPr>
            <p:ph idx="2" type="subTitle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34" name="Google Shape;734;p46"/>
          <p:cNvSpPr txBox="1"/>
          <p:nvPr>
            <p:ph idx="3" type="body"/>
          </p:nvPr>
        </p:nvSpPr>
        <p:spPr>
          <a:xfrm>
            <a:off x="675206" y="2331975"/>
            <a:ext cx="3783000" cy="2250000"/>
          </a:xfrm>
          <a:prstGeom prst="rect">
            <a:avLst/>
          </a:prstGeom>
        </p:spPr>
        <p:txBody>
          <a:bodyPr anchorCtr="0" anchor="t" bIns="68575" lIns="685800" spcFirstLastPara="1" rIns="68575" wrap="square" tIns="68575">
            <a:noAutofit/>
          </a:bodyPr>
          <a:lstStyle>
            <a:lvl1pPr indent="-3175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1pPr>
            <a:lvl2pPr indent="-317500" lvl="1" marL="9144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400"/>
              <a:buChar char="･"/>
              <a:defRPr/>
            </a:lvl2pPr>
            <a:lvl3pPr indent="-317500" lvl="2" marL="13716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400"/>
              <a:buChar char="･"/>
              <a:defRPr/>
            </a:lvl3pPr>
            <a:lvl4pPr indent="-317500" lvl="3" marL="18288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400"/>
              <a:buChar char="･"/>
              <a:defRPr/>
            </a:lvl4pPr>
            <a:lvl5pPr indent="-317500" lvl="4" marL="22860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400"/>
              <a:buChar char="･"/>
              <a:defRPr/>
            </a:lvl5pPr>
            <a:lvl6pPr indent="-317500" lvl="5" marL="27432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400"/>
              <a:buChar char="･"/>
              <a:defRPr/>
            </a:lvl6pPr>
            <a:lvl7pPr indent="-317500" lvl="6" marL="32004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400"/>
              <a:buChar char="･"/>
              <a:defRPr/>
            </a:lvl7pPr>
            <a:lvl8pPr indent="-317500" lvl="7" marL="365760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400"/>
              <a:buChar char="･"/>
              <a:defRPr/>
            </a:lvl8pPr>
            <a:lvl9pPr indent="-317500" lvl="8" marL="4114800" rtl="0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SzPts val="1400"/>
              <a:buChar char="･"/>
              <a:defRPr/>
            </a:lvl9pPr>
          </a:lstStyle>
          <a:p/>
        </p:txBody>
      </p:sp>
      <p:sp>
        <p:nvSpPr>
          <p:cNvPr id="735" name="Google Shape;735;p46"/>
          <p:cNvSpPr txBox="1"/>
          <p:nvPr>
            <p:ph type="title"/>
          </p:nvPr>
        </p:nvSpPr>
        <p:spPr>
          <a:xfrm>
            <a:off x="675206" y="893241"/>
            <a:ext cx="2914500" cy="1095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white">
  <p:cSld name="CUSTOM_4_21"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47"/>
          <p:cNvSpPr txBox="1"/>
          <p:nvPr>
            <p:ph type="title"/>
          </p:nvPr>
        </p:nvSpPr>
        <p:spPr>
          <a:xfrm>
            <a:off x="1314450" y="709500"/>
            <a:ext cx="6515100" cy="72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rgbClr val="000000"/>
                </a:solidFill>
              </a:defRPr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rgbClr val="000000"/>
                </a:solidFill>
              </a:defRPr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rgbClr val="000000"/>
                </a:solidFill>
              </a:defRPr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rgbClr val="000000"/>
                </a:solidFill>
              </a:defRPr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rgbClr val="000000"/>
                </a:solidFill>
              </a:defRPr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rgbClr val="000000"/>
                </a:solidFill>
              </a:defRPr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rgbClr val="000000"/>
                </a:solidFill>
              </a:defRPr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rgbClr val="000000"/>
                </a:solidFill>
              </a:defRPr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rgbClr val="000000"/>
                </a:solidFill>
              </a:defRPr>
            </a:lvl9pPr>
          </a:lstStyle>
          <a:p/>
        </p:txBody>
      </p:sp>
      <p:cxnSp>
        <p:nvCxnSpPr>
          <p:cNvPr id="738" name="Google Shape;738;p47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9" name="Google Shape;739;p47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40" name="Google Shape;740;p47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41" name="Google Shape;741;p47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742" name="Google Shape;742;p47"/>
          <p:cNvSpPr txBox="1"/>
          <p:nvPr>
            <p:ph idx="1" type="subTitle"/>
          </p:nvPr>
        </p:nvSpPr>
        <p:spPr>
          <a:xfrm>
            <a:off x="663788" y="4627163"/>
            <a:ext cx="6887100" cy="41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400">
                <a:solidFill>
                  <a:srgbClr val="4D4D4F"/>
                </a:solidFill>
              </a:defRPr>
            </a:lvl1pPr>
            <a:lvl2pPr lvl="1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400">
                <a:solidFill>
                  <a:srgbClr val="4D4D4F"/>
                </a:solidFill>
              </a:defRPr>
            </a:lvl2pPr>
            <a:lvl3pPr lvl="2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400">
                <a:solidFill>
                  <a:srgbClr val="4D4D4F"/>
                </a:solidFill>
              </a:defRPr>
            </a:lvl3pPr>
            <a:lvl4pPr lvl="3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400">
                <a:solidFill>
                  <a:srgbClr val="4D4D4F"/>
                </a:solidFill>
              </a:defRPr>
            </a:lvl4pPr>
            <a:lvl5pPr lvl="4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400">
                <a:solidFill>
                  <a:srgbClr val="4D4D4F"/>
                </a:solidFill>
              </a:defRPr>
            </a:lvl5pPr>
            <a:lvl6pPr lvl="5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400">
                <a:solidFill>
                  <a:srgbClr val="4D4D4F"/>
                </a:solidFill>
              </a:defRPr>
            </a:lvl6pPr>
            <a:lvl7pPr lvl="6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400">
                <a:solidFill>
                  <a:srgbClr val="4D4D4F"/>
                </a:solidFill>
              </a:defRPr>
            </a:lvl7pPr>
            <a:lvl8pPr lvl="7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400">
                <a:solidFill>
                  <a:srgbClr val="4D4D4F"/>
                </a:solidFill>
              </a:defRPr>
            </a:lvl8pPr>
            <a:lvl9pPr lvl="8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400">
                <a:solidFill>
                  <a:srgbClr val="4D4D4F"/>
                </a:solidFill>
              </a:defRPr>
            </a:lvl9pPr>
          </a:lstStyle>
          <a:p/>
        </p:txBody>
      </p:sp>
      <p:sp>
        <p:nvSpPr>
          <p:cNvPr id="743" name="Google Shape;743;p47"/>
          <p:cNvSpPr txBox="1"/>
          <p:nvPr/>
        </p:nvSpPr>
        <p:spPr>
          <a:xfrm>
            <a:off x="475725" y="255477"/>
            <a:ext cx="2208300" cy="1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4D4D4F"/>
                </a:solidFill>
                <a:latin typeface="Overpass"/>
                <a:ea typeface="Overpass"/>
                <a:cs typeface="Overpass"/>
                <a:sym typeface="Overpass"/>
              </a:rPr>
              <a:t>2020 Red Hat Tech Ready</a:t>
            </a:r>
            <a:endParaRPr b="1" sz="600">
              <a:solidFill>
                <a:srgbClr val="4D4D4F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white 1">
  <p:cSld name="CUSTOM_4_22"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48"/>
          <p:cNvSpPr txBox="1"/>
          <p:nvPr>
            <p:ph type="title"/>
          </p:nvPr>
        </p:nvSpPr>
        <p:spPr>
          <a:xfrm>
            <a:off x="1314450" y="709500"/>
            <a:ext cx="6515100" cy="72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rgbClr val="000000"/>
                </a:solidFill>
              </a:defRPr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rgbClr val="000000"/>
                </a:solidFill>
              </a:defRPr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rgbClr val="000000"/>
                </a:solidFill>
              </a:defRPr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rgbClr val="000000"/>
                </a:solidFill>
              </a:defRPr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rgbClr val="000000"/>
                </a:solidFill>
              </a:defRPr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rgbClr val="000000"/>
                </a:solidFill>
              </a:defRPr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rgbClr val="000000"/>
                </a:solidFill>
              </a:defRPr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rgbClr val="000000"/>
                </a:solidFill>
              </a:defRPr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rgbClr val="000000"/>
                </a:solidFill>
              </a:defRPr>
            </a:lvl9pPr>
          </a:lstStyle>
          <a:p/>
        </p:txBody>
      </p:sp>
      <p:cxnSp>
        <p:nvCxnSpPr>
          <p:cNvPr id="746" name="Google Shape;746;p48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7" name="Google Shape;747;p48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48" name="Google Shape;748;p48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49" name="Google Shape;749;p48"/>
          <p:cNvSpPr txBox="1"/>
          <p:nvPr/>
        </p:nvSpPr>
        <p:spPr>
          <a:xfrm>
            <a:off x="7551023" y="202377"/>
            <a:ext cx="1214100" cy="224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666666"/>
                </a:solidFill>
                <a:latin typeface="Overpass"/>
                <a:ea typeface="Overpass"/>
                <a:cs typeface="Overpass"/>
                <a:sym typeface="Overpass"/>
              </a:rPr>
              <a:t>CONFIDENTIAL </a:t>
            </a:r>
            <a:r>
              <a:rPr lang="en" sz="600">
                <a:solidFill>
                  <a:srgbClr val="666666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INTERNAL USE</a:t>
            </a:r>
            <a:endParaRPr sz="600">
              <a:solidFill>
                <a:srgbClr val="666666"/>
              </a:solidFill>
              <a:latin typeface="Overpass Light"/>
              <a:ea typeface="Overpass Light"/>
              <a:cs typeface="Overpass Light"/>
              <a:sym typeface="Overpass Light"/>
            </a:endParaRPr>
          </a:p>
        </p:txBody>
      </p:sp>
      <p:pic>
        <p:nvPicPr>
          <p:cNvPr id="750" name="Google Shape;750;p48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751" name="Google Shape;751;p48"/>
          <p:cNvSpPr txBox="1"/>
          <p:nvPr>
            <p:ph idx="1" type="subTitle"/>
          </p:nvPr>
        </p:nvSpPr>
        <p:spPr>
          <a:xfrm>
            <a:off x="663788" y="4627163"/>
            <a:ext cx="6887100" cy="41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400">
                <a:solidFill>
                  <a:srgbClr val="4D4D4F"/>
                </a:solidFill>
              </a:defRPr>
            </a:lvl1pPr>
            <a:lvl2pPr lvl="1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400">
                <a:solidFill>
                  <a:srgbClr val="4D4D4F"/>
                </a:solidFill>
              </a:defRPr>
            </a:lvl2pPr>
            <a:lvl3pPr lvl="2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400">
                <a:solidFill>
                  <a:srgbClr val="4D4D4F"/>
                </a:solidFill>
              </a:defRPr>
            </a:lvl3pPr>
            <a:lvl4pPr lvl="3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400">
                <a:solidFill>
                  <a:srgbClr val="4D4D4F"/>
                </a:solidFill>
              </a:defRPr>
            </a:lvl4pPr>
            <a:lvl5pPr lvl="4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400">
                <a:solidFill>
                  <a:srgbClr val="4D4D4F"/>
                </a:solidFill>
              </a:defRPr>
            </a:lvl5pPr>
            <a:lvl6pPr lvl="5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400">
                <a:solidFill>
                  <a:srgbClr val="4D4D4F"/>
                </a:solidFill>
              </a:defRPr>
            </a:lvl6pPr>
            <a:lvl7pPr lvl="6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400">
                <a:solidFill>
                  <a:srgbClr val="4D4D4F"/>
                </a:solidFill>
              </a:defRPr>
            </a:lvl7pPr>
            <a:lvl8pPr lvl="7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400">
                <a:solidFill>
                  <a:srgbClr val="4D4D4F"/>
                </a:solidFill>
              </a:defRPr>
            </a:lvl8pPr>
            <a:lvl9pPr lvl="8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400">
                <a:solidFill>
                  <a:srgbClr val="4D4D4F"/>
                </a:solidFill>
              </a:defRPr>
            </a:lvl9pPr>
          </a:lstStyle>
          <a:p/>
        </p:txBody>
      </p:sp>
      <p:sp>
        <p:nvSpPr>
          <p:cNvPr id="752" name="Google Shape;752;p48"/>
          <p:cNvSpPr txBox="1"/>
          <p:nvPr/>
        </p:nvSpPr>
        <p:spPr>
          <a:xfrm>
            <a:off x="475725" y="255477"/>
            <a:ext cx="2208300" cy="1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4D4D4F"/>
                </a:solidFill>
                <a:latin typeface="Overpass"/>
                <a:ea typeface="Overpass"/>
                <a:cs typeface="Overpass"/>
                <a:sym typeface="Overpass"/>
              </a:rPr>
              <a:t>2020 Red Hat Tech Ready</a:t>
            </a:r>
            <a:endParaRPr b="1" sz="600">
              <a:solidFill>
                <a:srgbClr val="4D4D4F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white 2">
  <p:cSld name="CUSTOM_4_20_2"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49"/>
          <p:cNvSpPr txBox="1"/>
          <p:nvPr>
            <p:ph type="title"/>
          </p:nvPr>
        </p:nvSpPr>
        <p:spPr>
          <a:xfrm>
            <a:off x="1314450" y="709500"/>
            <a:ext cx="6515100" cy="72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  <a:latin typeface="Red Hat Text"/>
                <a:ea typeface="Red Hat Text"/>
                <a:cs typeface="Red Hat Text"/>
                <a:sym typeface="Red Hat Text"/>
              </a:defRPr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  <a:latin typeface="Red Hat Text"/>
                <a:ea typeface="Red Hat Text"/>
                <a:cs typeface="Red Hat Text"/>
                <a:sym typeface="Red Hat Text"/>
              </a:defRPr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  <a:latin typeface="Red Hat Text"/>
                <a:ea typeface="Red Hat Text"/>
                <a:cs typeface="Red Hat Text"/>
                <a:sym typeface="Red Hat Text"/>
              </a:defRPr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  <a:latin typeface="Red Hat Text"/>
                <a:ea typeface="Red Hat Text"/>
                <a:cs typeface="Red Hat Text"/>
                <a:sym typeface="Red Hat Text"/>
              </a:defRPr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  <a:latin typeface="Red Hat Text"/>
                <a:ea typeface="Red Hat Text"/>
                <a:cs typeface="Red Hat Text"/>
                <a:sym typeface="Red Hat Text"/>
              </a:defRPr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  <a:latin typeface="Red Hat Text"/>
                <a:ea typeface="Red Hat Text"/>
                <a:cs typeface="Red Hat Text"/>
                <a:sym typeface="Red Hat Text"/>
              </a:defRPr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  <a:latin typeface="Red Hat Text"/>
                <a:ea typeface="Red Hat Text"/>
                <a:cs typeface="Red Hat Text"/>
                <a:sym typeface="Red Hat Text"/>
              </a:defRPr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  <a:latin typeface="Red Hat Text"/>
                <a:ea typeface="Red Hat Text"/>
                <a:cs typeface="Red Hat Text"/>
                <a:sym typeface="Red Hat Text"/>
              </a:defRPr>
            </a:lvl9pPr>
          </a:lstStyle>
          <a:p/>
        </p:txBody>
      </p:sp>
      <p:cxnSp>
        <p:nvCxnSpPr>
          <p:cNvPr id="755" name="Google Shape;755;p49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6" name="Google Shape;756;p49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57" name="Google Shape;757;p49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58" name="Google Shape;758;p49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759" name="Google Shape;759;p49"/>
          <p:cNvSpPr txBox="1"/>
          <p:nvPr>
            <p:ph idx="1" type="subTitle"/>
          </p:nvPr>
        </p:nvSpPr>
        <p:spPr>
          <a:xfrm>
            <a:off x="663788" y="4627163"/>
            <a:ext cx="6887100" cy="41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1pPr>
            <a:lvl2pPr lvl="1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2pPr>
            <a:lvl3pPr lvl="2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3pPr>
            <a:lvl4pPr lvl="3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4pPr>
            <a:lvl5pPr lvl="4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5pPr>
            <a:lvl6pPr lvl="5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6pPr>
            <a:lvl7pPr lvl="6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7pPr>
            <a:lvl8pPr lvl="7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8pPr>
            <a:lvl9pPr lvl="8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9pPr>
          </a:lstStyle>
          <a:p/>
        </p:txBody>
      </p:sp>
      <p:sp>
        <p:nvSpPr>
          <p:cNvPr id="760" name="Google Shape;760;p49"/>
          <p:cNvSpPr txBox="1"/>
          <p:nvPr/>
        </p:nvSpPr>
        <p:spPr>
          <a:xfrm>
            <a:off x="475725" y="255477"/>
            <a:ext cx="2208300" cy="1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4D4D4F"/>
                </a:solidFill>
                <a:latin typeface="Red Hat Text"/>
                <a:ea typeface="Red Hat Text"/>
                <a:cs typeface="Red Hat Text"/>
                <a:sym typeface="Red Hat Text"/>
              </a:rPr>
              <a:t>2020 RED HAT TECH READY</a:t>
            </a:r>
            <a:endParaRPr b="1" sz="600">
              <a:solidFill>
                <a:srgbClr val="4D4D4F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tle 1">
  <p:cSld name="CUSTOM_4_23">
    <p:bg>
      <p:bgPr>
        <a:solidFill>
          <a:srgbClr val="353535"/>
        </a:solidFill>
      </p:bgPr>
    </p:bg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50"/>
          <p:cNvSpPr txBox="1"/>
          <p:nvPr>
            <p:ph idx="1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Text Medium"/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Text Medium"/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Text Medium"/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Text Medium"/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Text Medium"/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Text Medium"/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Text Medium"/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Text Medium"/>
              <a:buNone/>
              <a:defRPr sz="8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763" name="Google Shape;763;p50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4" name="Google Shape;764;p50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65" name="Google Shape;765;p50"/>
          <p:cNvSpPr txBox="1"/>
          <p:nvPr>
            <p:ph idx="2" type="subTitle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766" name="Google Shape;766;p50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</a:defRPr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</a:defRPr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</a:defRPr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</a:defRPr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</a:defRPr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</a:defRPr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</a:defRPr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767" name="Google Shape;767;p50"/>
          <p:cNvSpPr txBox="1"/>
          <p:nvPr>
            <p:ph idx="3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rgbClr val="FFFFFF"/>
                </a:solidFill>
              </a:defRPr>
            </a:lvl9pPr>
          </a:lstStyle>
          <a:p/>
        </p:txBody>
      </p:sp>
      <p:pic>
        <p:nvPicPr>
          <p:cNvPr id="768" name="Google Shape;768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33460" y="4734378"/>
            <a:ext cx="731888" cy="172209"/>
          </a:xfrm>
          <a:prstGeom prst="rect">
            <a:avLst/>
          </a:prstGeom>
          <a:noFill/>
          <a:ln>
            <a:noFill/>
          </a:ln>
        </p:spPr>
      </p:pic>
      <p:sp>
        <p:nvSpPr>
          <p:cNvPr id="769" name="Google Shape;769;p50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data two pies 1">
  <p:cSld name="CUSTOM_4_12_1">
    <p:bg>
      <p:bgPr>
        <a:solidFill>
          <a:srgbClr val="353535"/>
        </a:solidFill>
      </p:bgPr>
    </p:bg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71" name="Google Shape;771;p51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2" name="Google Shape;772;p51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73" name="Google Shape;773;p51"/>
          <p:cNvSpPr txBox="1"/>
          <p:nvPr>
            <p:ph idx="1" type="subTitle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9pPr>
          </a:lstStyle>
          <a:p/>
        </p:txBody>
      </p:sp>
      <p:cxnSp>
        <p:nvCxnSpPr>
          <p:cNvPr id="774" name="Google Shape;774;p51"/>
          <p:cNvCxnSpPr/>
          <p:nvPr/>
        </p:nvCxnSpPr>
        <p:spPr>
          <a:xfrm>
            <a:off x="5914388" y="3329513"/>
            <a:ext cx="0" cy="10536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775" name="Google Shape;775;p51"/>
          <p:cNvSpPr txBox="1"/>
          <p:nvPr>
            <p:ph idx="2" type="subTitle"/>
          </p:nvPr>
        </p:nvSpPr>
        <p:spPr>
          <a:xfrm>
            <a:off x="665850" y="1947525"/>
            <a:ext cx="2387100" cy="200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776" name="Google Shape;776;p51"/>
          <p:cNvSpPr txBox="1"/>
          <p:nvPr>
            <p:ph idx="3" type="subTitle"/>
          </p:nvPr>
        </p:nvSpPr>
        <p:spPr>
          <a:xfrm>
            <a:off x="3465563" y="3329513"/>
            <a:ext cx="2212200" cy="241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777" name="Google Shape;777;p51"/>
          <p:cNvSpPr txBox="1"/>
          <p:nvPr>
            <p:ph idx="4" type="subTitle"/>
          </p:nvPr>
        </p:nvSpPr>
        <p:spPr>
          <a:xfrm>
            <a:off x="3465563" y="3696431"/>
            <a:ext cx="22122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1pPr>
            <a:lvl2pPr lvl="1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2pPr>
            <a:lvl3pPr lvl="2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3pPr>
            <a:lvl4pPr lvl="3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4pPr>
            <a:lvl5pPr lvl="4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5pPr>
            <a:lvl6pPr lvl="5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6pPr>
            <a:lvl7pPr lvl="6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8pPr>
            <a:lvl9pPr lvl="8" rtl="0">
              <a:spcBef>
                <a:spcPts val="400"/>
              </a:spcBef>
              <a:spcAft>
                <a:spcPts val="400"/>
              </a:spcAft>
              <a:buNone/>
              <a:defRPr sz="11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778" name="Google Shape;778;p51"/>
          <p:cNvSpPr txBox="1"/>
          <p:nvPr>
            <p:ph idx="5" type="subTitle"/>
          </p:nvPr>
        </p:nvSpPr>
        <p:spPr>
          <a:xfrm>
            <a:off x="6038381" y="3329513"/>
            <a:ext cx="2212200" cy="241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779" name="Google Shape;779;p51"/>
          <p:cNvSpPr txBox="1"/>
          <p:nvPr>
            <p:ph idx="6" type="subTitle"/>
          </p:nvPr>
        </p:nvSpPr>
        <p:spPr>
          <a:xfrm>
            <a:off x="6038381" y="3696431"/>
            <a:ext cx="22122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1pPr>
            <a:lvl2pPr lvl="1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2pPr>
            <a:lvl3pPr lvl="2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3pPr>
            <a:lvl4pPr lvl="3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4pPr>
            <a:lvl5pPr lvl="4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5pPr>
            <a:lvl6pPr lvl="5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6pPr>
            <a:lvl7pPr lvl="6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8pPr>
            <a:lvl9pPr lvl="8" rtl="0">
              <a:spcBef>
                <a:spcPts val="400"/>
              </a:spcBef>
              <a:spcAft>
                <a:spcPts val="400"/>
              </a:spcAft>
              <a:buNone/>
              <a:defRPr sz="11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780" name="Google Shape;780;p51"/>
          <p:cNvSpPr txBox="1"/>
          <p:nvPr>
            <p:ph idx="7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781" name="Google Shape;781;p51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pic>
        <p:nvPicPr>
          <p:cNvPr id="782" name="Google Shape;782;p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33460" y="4734378"/>
            <a:ext cx="731888" cy="172209"/>
          </a:xfrm>
          <a:prstGeom prst="rect">
            <a:avLst/>
          </a:prstGeom>
          <a:noFill/>
          <a:ln>
            <a:noFill/>
          </a:ln>
        </p:spPr>
      </p:pic>
      <p:sp>
        <p:nvSpPr>
          <p:cNvPr id="783" name="Google Shape;783;p51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84" name="Google Shape;784;p51"/>
          <p:cNvSpPr txBox="1"/>
          <p:nvPr>
            <p:ph idx="8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large text alt1 1">
  <p:cSld name="CUSTOM_4_2_2_1">
    <p:bg>
      <p:bgPr>
        <a:solidFill>
          <a:srgbClr val="353535"/>
        </a:solidFill>
      </p:bgPr>
    </p:bg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6" name="Google Shape;786;p52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7" name="Google Shape;787;p52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8" name="Google Shape;788;p52"/>
          <p:cNvSpPr txBox="1"/>
          <p:nvPr>
            <p:ph idx="1" type="subTitle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789" name="Google Shape;789;p52"/>
          <p:cNvSpPr txBox="1"/>
          <p:nvPr>
            <p:ph idx="2" type="subTitle"/>
          </p:nvPr>
        </p:nvSpPr>
        <p:spPr>
          <a:xfrm>
            <a:off x="1565888" y="1812319"/>
            <a:ext cx="6033600" cy="97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4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4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4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4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4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4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400"/>
              </a:spcBef>
              <a:spcAft>
                <a:spcPts val="400"/>
              </a:spcAft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790" name="Google Shape;790;p52"/>
          <p:cNvSpPr txBox="1"/>
          <p:nvPr>
            <p:ph idx="3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791" name="Google Shape;791;p52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pic>
        <p:nvPicPr>
          <p:cNvPr id="792" name="Google Shape;792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33460" y="4734378"/>
            <a:ext cx="731888" cy="172209"/>
          </a:xfrm>
          <a:prstGeom prst="rect">
            <a:avLst/>
          </a:prstGeom>
          <a:noFill/>
          <a:ln>
            <a:noFill/>
          </a:ln>
        </p:spPr>
      </p:pic>
      <p:sp>
        <p:nvSpPr>
          <p:cNvPr id="793" name="Google Shape;793;p52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4" name="Google Shape;794;p52"/>
          <p:cNvSpPr txBox="1"/>
          <p:nvPr>
            <p:ph idx="4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image left 1">
  <p:cSld name="CUSTOM_4_2_3">
    <p:bg>
      <p:bgPr>
        <a:solidFill>
          <a:srgbClr val="353535"/>
        </a:solidFill>
      </p:bgPr>
    </p:bg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96" name="Google Shape;796;p53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7" name="Google Shape;797;p53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98" name="Google Shape;798;p53"/>
          <p:cNvSpPr txBox="1"/>
          <p:nvPr>
            <p:ph idx="1" type="subTitle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799" name="Google Shape;799;p53"/>
          <p:cNvSpPr txBox="1"/>
          <p:nvPr>
            <p:ph idx="2" type="subTitle"/>
          </p:nvPr>
        </p:nvSpPr>
        <p:spPr>
          <a:xfrm>
            <a:off x="4246556" y="1904438"/>
            <a:ext cx="4114800" cy="237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1pPr>
            <a:lvl2pPr lvl="1" rtl="0">
              <a:lnSpc>
                <a:spcPct val="113000"/>
              </a:lnSpc>
              <a:spcBef>
                <a:spcPts val="15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2pPr>
            <a:lvl3pPr lvl="2" rtl="0">
              <a:lnSpc>
                <a:spcPct val="113000"/>
              </a:lnSpc>
              <a:spcBef>
                <a:spcPts val="15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3pPr>
            <a:lvl4pPr lvl="3" rtl="0">
              <a:lnSpc>
                <a:spcPct val="113000"/>
              </a:lnSpc>
              <a:spcBef>
                <a:spcPts val="15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4pPr>
            <a:lvl5pPr lvl="4" rtl="0">
              <a:lnSpc>
                <a:spcPct val="113000"/>
              </a:lnSpc>
              <a:spcBef>
                <a:spcPts val="15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5pPr>
            <a:lvl6pPr lvl="5" rtl="0">
              <a:lnSpc>
                <a:spcPct val="113000"/>
              </a:lnSpc>
              <a:spcBef>
                <a:spcPts val="15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6pPr>
            <a:lvl7pPr lvl="6" rtl="0">
              <a:lnSpc>
                <a:spcPct val="113000"/>
              </a:lnSpc>
              <a:spcBef>
                <a:spcPts val="15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7pPr>
            <a:lvl8pPr lvl="7" rtl="0">
              <a:lnSpc>
                <a:spcPct val="113000"/>
              </a:lnSpc>
              <a:spcBef>
                <a:spcPts val="15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8pPr>
            <a:lvl9pPr lvl="8" rtl="0">
              <a:lnSpc>
                <a:spcPct val="113000"/>
              </a:lnSpc>
              <a:spcBef>
                <a:spcPts val="1500"/>
              </a:spcBef>
              <a:spcAft>
                <a:spcPts val="1500"/>
              </a:spcAft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800" name="Google Shape;800;p53"/>
          <p:cNvSpPr txBox="1"/>
          <p:nvPr>
            <p:ph idx="3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801" name="Google Shape;801;p53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pic>
        <p:nvPicPr>
          <p:cNvPr id="802" name="Google Shape;802;p5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33460" y="4734378"/>
            <a:ext cx="731888" cy="172209"/>
          </a:xfrm>
          <a:prstGeom prst="rect">
            <a:avLst/>
          </a:prstGeom>
          <a:noFill/>
          <a:ln>
            <a:noFill/>
          </a:ln>
        </p:spPr>
      </p:pic>
      <p:sp>
        <p:nvSpPr>
          <p:cNvPr id="803" name="Google Shape;803;p53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04" name="Google Shape;804;p53"/>
          <p:cNvSpPr txBox="1"/>
          <p:nvPr>
            <p:ph idx="4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hree column 1">
  <p:cSld name="CUSTOM_4_3_1">
    <p:bg>
      <p:bgPr>
        <a:solidFill>
          <a:srgbClr val="353535"/>
        </a:solidFill>
      </p:bgPr>
    </p:bg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06" name="Google Shape;806;p54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7" name="Google Shape;807;p54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08" name="Google Shape;808;p54"/>
          <p:cNvSpPr txBox="1"/>
          <p:nvPr>
            <p:ph idx="1" type="subTitle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9pPr>
          </a:lstStyle>
          <a:p/>
        </p:txBody>
      </p:sp>
      <p:cxnSp>
        <p:nvCxnSpPr>
          <p:cNvPr id="809" name="Google Shape;809;p54"/>
          <p:cNvCxnSpPr/>
          <p:nvPr/>
        </p:nvCxnSpPr>
        <p:spPr>
          <a:xfrm>
            <a:off x="3229613" y="3172294"/>
            <a:ext cx="0" cy="11682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810" name="Google Shape;810;p54"/>
          <p:cNvCxnSpPr/>
          <p:nvPr/>
        </p:nvCxnSpPr>
        <p:spPr>
          <a:xfrm>
            <a:off x="5914388" y="3172294"/>
            <a:ext cx="0" cy="11682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811" name="Google Shape;811;p54"/>
          <p:cNvSpPr txBox="1"/>
          <p:nvPr>
            <p:ph idx="2" type="subTitle"/>
          </p:nvPr>
        </p:nvSpPr>
        <p:spPr>
          <a:xfrm>
            <a:off x="3351225" y="3172294"/>
            <a:ext cx="2441400" cy="241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812" name="Google Shape;812;p54"/>
          <p:cNvSpPr txBox="1"/>
          <p:nvPr>
            <p:ph idx="3" type="subTitle"/>
          </p:nvPr>
        </p:nvSpPr>
        <p:spPr>
          <a:xfrm>
            <a:off x="3351300" y="3539213"/>
            <a:ext cx="24414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1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813" name="Google Shape;813;p54"/>
          <p:cNvSpPr txBox="1"/>
          <p:nvPr>
            <p:ph idx="4" type="subTitle"/>
          </p:nvPr>
        </p:nvSpPr>
        <p:spPr>
          <a:xfrm>
            <a:off x="6036000" y="3172294"/>
            <a:ext cx="2441400" cy="241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814" name="Google Shape;814;p54"/>
          <p:cNvSpPr txBox="1"/>
          <p:nvPr>
            <p:ph idx="5" type="subTitle"/>
          </p:nvPr>
        </p:nvSpPr>
        <p:spPr>
          <a:xfrm>
            <a:off x="6036075" y="3539213"/>
            <a:ext cx="24414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1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815" name="Google Shape;815;p54"/>
          <p:cNvSpPr txBox="1"/>
          <p:nvPr>
            <p:ph idx="6" type="subTitle"/>
          </p:nvPr>
        </p:nvSpPr>
        <p:spPr>
          <a:xfrm>
            <a:off x="666450" y="3172294"/>
            <a:ext cx="2441400" cy="241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816" name="Google Shape;816;p54"/>
          <p:cNvSpPr txBox="1"/>
          <p:nvPr>
            <p:ph idx="7" type="subTitle"/>
          </p:nvPr>
        </p:nvSpPr>
        <p:spPr>
          <a:xfrm>
            <a:off x="666525" y="3539213"/>
            <a:ext cx="24414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1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817" name="Google Shape;817;p54"/>
          <p:cNvSpPr txBox="1"/>
          <p:nvPr>
            <p:ph idx="8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818" name="Google Shape;818;p54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pic>
        <p:nvPicPr>
          <p:cNvPr id="819" name="Google Shape;819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33460" y="4734378"/>
            <a:ext cx="731888" cy="172209"/>
          </a:xfrm>
          <a:prstGeom prst="rect">
            <a:avLst/>
          </a:prstGeom>
          <a:noFill/>
          <a:ln>
            <a:noFill/>
          </a:ln>
        </p:spPr>
      </p:pic>
      <p:sp>
        <p:nvSpPr>
          <p:cNvPr id="820" name="Google Shape;820;p54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21" name="Google Shape;821;p54"/>
          <p:cNvSpPr txBox="1"/>
          <p:nvPr>
            <p:ph idx="9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four column 1">
  <p:cSld name="CUSTOM_4_5_1">
    <p:bg>
      <p:bgPr>
        <a:solidFill>
          <a:srgbClr val="353535"/>
        </a:solidFill>
      </p:bgPr>
    </p:bg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23" name="Google Shape;823;p55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4" name="Google Shape;824;p55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5" name="Google Shape;825;p55"/>
          <p:cNvSpPr txBox="1"/>
          <p:nvPr>
            <p:ph idx="1" type="subTitle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9pPr>
          </a:lstStyle>
          <a:p/>
        </p:txBody>
      </p:sp>
      <p:cxnSp>
        <p:nvCxnSpPr>
          <p:cNvPr id="826" name="Google Shape;826;p55"/>
          <p:cNvCxnSpPr/>
          <p:nvPr/>
        </p:nvCxnSpPr>
        <p:spPr>
          <a:xfrm>
            <a:off x="2562438" y="2758500"/>
            <a:ext cx="0" cy="11457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827" name="Google Shape;827;p55"/>
          <p:cNvCxnSpPr/>
          <p:nvPr/>
        </p:nvCxnSpPr>
        <p:spPr>
          <a:xfrm>
            <a:off x="4572075" y="2758500"/>
            <a:ext cx="0" cy="11457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828" name="Google Shape;828;p55"/>
          <p:cNvCxnSpPr/>
          <p:nvPr/>
        </p:nvCxnSpPr>
        <p:spPr>
          <a:xfrm>
            <a:off x="6581713" y="2758500"/>
            <a:ext cx="0" cy="11457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829" name="Google Shape;829;p55"/>
          <p:cNvSpPr txBox="1"/>
          <p:nvPr>
            <p:ph idx="2" type="subTitle"/>
          </p:nvPr>
        </p:nvSpPr>
        <p:spPr>
          <a:xfrm>
            <a:off x="663806" y="3044625"/>
            <a:ext cx="17877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1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830" name="Google Shape;830;p55"/>
          <p:cNvSpPr txBox="1"/>
          <p:nvPr>
            <p:ph idx="3" type="subTitle"/>
          </p:nvPr>
        </p:nvSpPr>
        <p:spPr>
          <a:xfrm>
            <a:off x="663788" y="2718263"/>
            <a:ext cx="1787700" cy="284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831" name="Google Shape;831;p55"/>
          <p:cNvSpPr txBox="1"/>
          <p:nvPr>
            <p:ph idx="4" type="subTitle"/>
          </p:nvPr>
        </p:nvSpPr>
        <p:spPr>
          <a:xfrm>
            <a:off x="6692719" y="3044625"/>
            <a:ext cx="17877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1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832" name="Google Shape;832;p55"/>
          <p:cNvSpPr txBox="1"/>
          <p:nvPr>
            <p:ph idx="5" type="subTitle"/>
          </p:nvPr>
        </p:nvSpPr>
        <p:spPr>
          <a:xfrm>
            <a:off x="6692700" y="2718263"/>
            <a:ext cx="1787700" cy="284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833" name="Google Shape;833;p55"/>
          <p:cNvSpPr txBox="1"/>
          <p:nvPr>
            <p:ph idx="6" type="subTitle"/>
          </p:nvPr>
        </p:nvSpPr>
        <p:spPr>
          <a:xfrm>
            <a:off x="4683081" y="3044625"/>
            <a:ext cx="17877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1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834" name="Google Shape;834;p55"/>
          <p:cNvSpPr txBox="1"/>
          <p:nvPr>
            <p:ph idx="7" type="subTitle"/>
          </p:nvPr>
        </p:nvSpPr>
        <p:spPr>
          <a:xfrm>
            <a:off x="4683063" y="2718263"/>
            <a:ext cx="1787700" cy="284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835" name="Google Shape;835;p55"/>
          <p:cNvSpPr txBox="1"/>
          <p:nvPr>
            <p:ph idx="8" type="subTitle"/>
          </p:nvPr>
        </p:nvSpPr>
        <p:spPr>
          <a:xfrm>
            <a:off x="2673444" y="3044625"/>
            <a:ext cx="17877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1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836" name="Google Shape;836;p55"/>
          <p:cNvSpPr txBox="1"/>
          <p:nvPr>
            <p:ph idx="9" type="subTitle"/>
          </p:nvPr>
        </p:nvSpPr>
        <p:spPr>
          <a:xfrm>
            <a:off x="2673425" y="2718263"/>
            <a:ext cx="1787700" cy="284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837" name="Google Shape;837;p55"/>
          <p:cNvSpPr txBox="1"/>
          <p:nvPr>
            <p:ph idx="13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838" name="Google Shape;838;p55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pic>
        <p:nvPicPr>
          <p:cNvPr id="839" name="Google Shape;839;p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33460" y="4734378"/>
            <a:ext cx="731888" cy="172209"/>
          </a:xfrm>
          <a:prstGeom prst="rect">
            <a:avLst/>
          </a:prstGeom>
          <a:noFill/>
          <a:ln>
            <a:noFill/>
          </a:ln>
        </p:spPr>
      </p:pic>
      <p:sp>
        <p:nvSpPr>
          <p:cNvPr id="840" name="Google Shape;840;p55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41" name="Google Shape;841;p55"/>
          <p:cNvSpPr txBox="1"/>
          <p:nvPr>
            <p:ph idx="14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wo by two 1">
  <p:cSld name="CUSTOM_4_6_1">
    <p:bg>
      <p:bgPr>
        <a:solidFill>
          <a:srgbClr val="353535"/>
        </a:solidFill>
      </p:bgPr>
    </p:bg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43" name="Google Shape;843;p56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4" name="Google Shape;844;p56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45" name="Google Shape;845;p56"/>
          <p:cNvSpPr txBox="1"/>
          <p:nvPr>
            <p:ph idx="1" type="subTitle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846" name="Google Shape;846;p56"/>
          <p:cNvSpPr txBox="1"/>
          <p:nvPr>
            <p:ph idx="2" type="subTitle"/>
          </p:nvPr>
        </p:nvSpPr>
        <p:spPr>
          <a:xfrm>
            <a:off x="5141316" y="2091075"/>
            <a:ext cx="26340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1pPr>
            <a:lvl2pPr lvl="1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2pPr>
            <a:lvl3pPr lvl="2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3pPr>
            <a:lvl4pPr lvl="3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4pPr>
            <a:lvl5pPr lvl="4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5pPr>
            <a:lvl6pPr lvl="5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6pPr>
            <a:lvl7pPr lvl="6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8pPr>
            <a:lvl9pPr lvl="8" rtl="0">
              <a:spcBef>
                <a:spcPts val="400"/>
              </a:spcBef>
              <a:spcAft>
                <a:spcPts val="400"/>
              </a:spcAft>
              <a:buNone/>
              <a:defRPr sz="11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847" name="Google Shape;847;p56"/>
          <p:cNvSpPr txBox="1"/>
          <p:nvPr>
            <p:ph idx="3" type="subTitle"/>
          </p:nvPr>
        </p:nvSpPr>
        <p:spPr>
          <a:xfrm>
            <a:off x="5141311" y="1764713"/>
            <a:ext cx="2634000" cy="284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848" name="Google Shape;848;p56"/>
          <p:cNvSpPr txBox="1"/>
          <p:nvPr>
            <p:ph idx="4" type="subTitle"/>
          </p:nvPr>
        </p:nvSpPr>
        <p:spPr>
          <a:xfrm>
            <a:off x="5141316" y="3325781"/>
            <a:ext cx="26340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1pPr>
            <a:lvl2pPr lvl="1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2pPr>
            <a:lvl3pPr lvl="2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3pPr>
            <a:lvl4pPr lvl="3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4pPr>
            <a:lvl5pPr lvl="4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5pPr>
            <a:lvl6pPr lvl="5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6pPr>
            <a:lvl7pPr lvl="6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8pPr>
            <a:lvl9pPr lvl="8" rtl="0">
              <a:spcBef>
                <a:spcPts val="400"/>
              </a:spcBef>
              <a:spcAft>
                <a:spcPts val="400"/>
              </a:spcAft>
              <a:buNone/>
              <a:defRPr sz="11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849" name="Google Shape;849;p56"/>
          <p:cNvSpPr txBox="1"/>
          <p:nvPr>
            <p:ph idx="5" type="subTitle"/>
          </p:nvPr>
        </p:nvSpPr>
        <p:spPr>
          <a:xfrm>
            <a:off x="5141311" y="2999419"/>
            <a:ext cx="2634000" cy="284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850" name="Google Shape;850;p56"/>
          <p:cNvSpPr txBox="1"/>
          <p:nvPr>
            <p:ph idx="6" type="subTitle"/>
          </p:nvPr>
        </p:nvSpPr>
        <p:spPr>
          <a:xfrm>
            <a:off x="1563469" y="2091075"/>
            <a:ext cx="26340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1pPr>
            <a:lvl2pPr lvl="1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2pPr>
            <a:lvl3pPr lvl="2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3pPr>
            <a:lvl4pPr lvl="3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4pPr>
            <a:lvl5pPr lvl="4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5pPr>
            <a:lvl6pPr lvl="5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6pPr>
            <a:lvl7pPr lvl="6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8pPr>
            <a:lvl9pPr lvl="8" rtl="0">
              <a:spcBef>
                <a:spcPts val="400"/>
              </a:spcBef>
              <a:spcAft>
                <a:spcPts val="400"/>
              </a:spcAft>
              <a:buNone/>
              <a:defRPr sz="11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851" name="Google Shape;851;p56"/>
          <p:cNvSpPr txBox="1"/>
          <p:nvPr>
            <p:ph idx="7" type="subTitle"/>
          </p:nvPr>
        </p:nvSpPr>
        <p:spPr>
          <a:xfrm>
            <a:off x="1563450" y="1764713"/>
            <a:ext cx="2634000" cy="284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852" name="Google Shape;852;p56"/>
          <p:cNvSpPr txBox="1"/>
          <p:nvPr>
            <p:ph idx="8" type="subTitle"/>
          </p:nvPr>
        </p:nvSpPr>
        <p:spPr>
          <a:xfrm>
            <a:off x="1563469" y="3325781"/>
            <a:ext cx="26340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1pPr>
            <a:lvl2pPr lvl="1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2pPr>
            <a:lvl3pPr lvl="2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3pPr>
            <a:lvl4pPr lvl="3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4pPr>
            <a:lvl5pPr lvl="4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5pPr>
            <a:lvl6pPr lvl="5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6pPr>
            <a:lvl7pPr lvl="6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8pPr>
            <a:lvl9pPr lvl="8" rtl="0">
              <a:spcBef>
                <a:spcPts val="400"/>
              </a:spcBef>
              <a:spcAft>
                <a:spcPts val="400"/>
              </a:spcAft>
              <a:buNone/>
              <a:defRPr sz="11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853" name="Google Shape;853;p56"/>
          <p:cNvSpPr txBox="1"/>
          <p:nvPr>
            <p:ph idx="9" type="subTitle"/>
          </p:nvPr>
        </p:nvSpPr>
        <p:spPr>
          <a:xfrm>
            <a:off x="1563450" y="2999419"/>
            <a:ext cx="2634000" cy="284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854" name="Google Shape;854;p56"/>
          <p:cNvSpPr txBox="1"/>
          <p:nvPr>
            <p:ph idx="13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855" name="Google Shape;855;p56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pic>
        <p:nvPicPr>
          <p:cNvPr id="856" name="Google Shape;856;p5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33460" y="4734378"/>
            <a:ext cx="731888" cy="172209"/>
          </a:xfrm>
          <a:prstGeom prst="rect">
            <a:avLst/>
          </a:prstGeom>
          <a:noFill/>
          <a:ln>
            <a:noFill/>
          </a:ln>
        </p:spPr>
      </p:pic>
      <p:sp>
        <p:nvSpPr>
          <p:cNvPr id="857" name="Google Shape;857;p56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58" name="Google Shape;858;p56"/>
          <p:cNvSpPr txBox="1"/>
          <p:nvPr>
            <p:ph idx="14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hree circles 1">
  <p:cSld name="CUSTOM_4_19_1">
    <p:bg>
      <p:bgPr>
        <a:solidFill>
          <a:srgbClr val="353535"/>
        </a:solidFill>
      </p:bgPr>
    </p:bg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60" name="Google Shape;860;p57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1" name="Google Shape;861;p57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62" name="Google Shape;862;p57"/>
          <p:cNvSpPr txBox="1"/>
          <p:nvPr>
            <p:ph idx="1" type="subTitle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9pPr>
          </a:lstStyle>
          <a:p/>
        </p:txBody>
      </p:sp>
      <p:pic>
        <p:nvPicPr>
          <p:cNvPr id="863" name="Google Shape;863;p5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307644" y="1722319"/>
            <a:ext cx="6528711" cy="2435438"/>
          </a:xfrm>
          <a:prstGeom prst="rect">
            <a:avLst/>
          </a:prstGeom>
          <a:noFill/>
          <a:ln>
            <a:noFill/>
          </a:ln>
        </p:spPr>
      </p:pic>
      <p:sp>
        <p:nvSpPr>
          <p:cNvPr id="864" name="Google Shape;864;p57"/>
          <p:cNvSpPr txBox="1"/>
          <p:nvPr>
            <p:ph idx="2" type="subTitle"/>
          </p:nvPr>
        </p:nvSpPr>
        <p:spPr>
          <a:xfrm>
            <a:off x="1696780" y="2223771"/>
            <a:ext cx="1636200" cy="1432500"/>
          </a:xfrm>
          <a:prstGeom prst="rect">
            <a:avLst/>
          </a:prstGeom>
        </p:spPr>
        <p:txBody>
          <a:bodyPr anchorCtr="0" anchor="ctr" bIns="68575" lIns="205725" spcFirstLastPara="1" rIns="205725" wrap="square" tIns="685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865" name="Google Shape;865;p57"/>
          <p:cNvSpPr txBox="1"/>
          <p:nvPr>
            <p:ph idx="3" type="subTitle"/>
          </p:nvPr>
        </p:nvSpPr>
        <p:spPr>
          <a:xfrm>
            <a:off x="3753949" y="2223767"/>
            <a:ext cx="1636200" cy="1432500"/>
          </a:xfrm>
          <a:prstGeom prst="rect">
            <a:avLst/>
          </a:prstGeom>
        </p:spPr>
        <p:txBody>
          <a:bodyPr anchorCtr="0" anchor="ctr" bIns="68575" lIns="205725" spcFirstLastPara="1" rIns="205725" wrap="square" tIns="685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866" name="Google Shape;866;p57"/>
          <p:cNvSpPr txBox="1"/>
          <p:nvPr>
            <p:ph idx="4" type="subTitle"/>
          </p:nvPr>
        </p:nvSpPr>
        <p:spPr>
          <a:xfrm>
            <a:off x="5811118" y="2223767"/>
            <a:ext cx="1636200" cy="1432500"/>
          </a:xfrm>
          <a:prstGeom prst="rect">
            <a:avLst/>
          </a:prstGeom>
        </p:spPr>
        <p:txBody>
          <a:bodyPr anchorCtr="0" anchor="ctr" bIns="68575" lIns="205725" spcFirstLastPara="1" rIns="205725" wrap="square" tIns="685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867" name="Google Shape;867;p57"/>
          <p:cNvSpPr txBox="1"/>
          <p:nvPr>
            <p:ph idx="5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868" name="Google Shape;868;p57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pic>
        <p:nvPicPr>
          <p:cNvPr id="869" name="Google Shape;869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33460" y="4734378"/>
            <a:ext cx="731888" cy="172209"/>
          </a:xfrm>
          <a:prstGeom prst="rect">
            <a:avLst/>
          </a:prstGeom>
          <a:noFill/>
          <a:ln>
            <a:noFill/>
          </a:ln>
        </p:spPr>
      </p:pic>
      <p:sp>
        <p:nvSpPr>
          <p:cNvPr id="870" name="Google Shape;870;p57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71" name="Google Shape;871;p57"/>
          <p:cNvSpPr txBox="1"/>
          <p:nvPr>
            <p:ph idx="6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hree chevrons 1">
  <p:cSld name="CUSTOM_4_20_3">
    <p:bg>
      <p:bgPr>
        <a:solidFill>
          <a:srgbClr val="353535"/>
        </a:solidFill>
      </p:bgPr>
    </p:bg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p58"/>
          <p:cNvSpPr txBox="1"/>
          <p:nvPr>
            <p:ph idx="1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cxnSp>
        <p:nvCxnSpPr>
          <p:cNvPr id="874" name="Google Shape;874;p58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5" name="Google Shape;875;p58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6" name="Google Shape;876;p58"/>
          <p:cNvSpPr txBox="1"/>
          <p:nvPr>
            <p:ph idx="2" type="subTitle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877" name="Google Shape;877;p58"/>
          <p:cNvSpPr/>
          <p:nvPr/>
        </p:nvSpPr>
        <p:spPr>
          <a:xfrm>
            <a:off x="2926125" y="1855228"/>
            <a:ext cx="3291900" cy="2026800"/>
          </a:xfrm>
          <a:prstGeom prst="chevron">
            <a:avLst>
              <a:gd fmla="val 27319" name="adj"/>
            </a:avLst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8" name="Google Shape;878;p58"/>
          <p:cNvSpPr/>
          <p:nvPr/>
        </p:nvSpPr>
        <p:spPr>
          <a:xfrm>
            <a:off x="5852250" y="1855238"/>
            <a:ext cx="3291900" cy="2026800"/>
          </a:xfrm>
          <a:prstGeom prst="chevron">
            <a:avLst>
              <a:gd fmla="val 27319" name="adj"/>
            </a:avLst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879" name="Google Shape;879;p58"/>
          <p:cNvSpPr/>
          <p:nvPr/>
        </p:nvSpPr>
        <p:spPr>
          <a:xfrm>
            <a:off x="0" y="1855238"/>
            <a:ext cx="3291900" cy="2026800"/>
          </a:xfrm>
          <a:prstGeom prst="chevron">
            <a:avLst>
              <a:gd fmla="val 27319" name="adj"/>
            </a:avLst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880" name="Google Shape;880;p58"/>
          <p:cNvSpPr/>
          <p:nvPr/>
        </p:nvSpPr>
        <p:spPr>
          <a:xfrm>
            <a:off x="0" y="1855228"/>
            <a:ext cx="840300" cy="20268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1" name="Google Shape;881;p58"/>
          <p:cNvSpPr/>
          <p:nvPr/>
        </p:nvSpPr>
        <p:spPr>
          <a:xfrm>
            <a:off x="8303625" y="1855228"/>
            <a:ext cx="840300" cy="20268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2" name="Google Shape;882;p58"/>
          <p:cNvSpPr txBox="1"/>
          <p:nvPr>
            <p:ph idx="3" type="subTitle"/>
          </p:nvPr>
        </p:nvSpPr>
        <p:spPr>
          <a:xfrm>
            <a:off x="2926125" y="1855238"/>
            <a:ext cx="3291900" cy="2026800"/>
          </a:xfrm>
          <a:prstGeom prst="rect">
            <a:avLst/>
          </a:prstGeom>
        </p:spPr>
        <p:txBody>
          <a:bodyPr anchorCtr="0" anchor="ctr" bIns="0" lIns="822950" spcFirstLastPara="1" rIns="342900" wrap="square" tIns="6857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1pPr>
            <a:lvl2pPr lvl="1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2pPr>
            <a:lvl3pPr lvl="2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3pPr>
            <a:lvl4pPr lvl="3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4pPr>
            <a:lvl5pPr lvl="4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5pPr>
            <a:lvl6pPr lvl="5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6pPr>
            <a:lvl7pPr lvl="6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7pPr>
            <a:lvl8pPr lvl="7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8pPr>
            <a:lvl9pPr lvl="8" rtl="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883" name="Google Shape;883;p58"/>
          <p:cNvSpPr txBox="1"/>
          <p:nvPr>
            <p:ph idx="4" type="subTitle"/>
          </p:nvPr>
        </p:nvSpPr>
        <p:spPr>
          <a:xfrm>
            <a:off x="0" y="1855238"/>
            <a:ext cx="3291900" cy="2026800"/>
          </a:xfrm>
          <a:prstGeom prst="rect">
            <a:avLst/>
          </a:prstGeom>
        </p:spPr>
        <p:txBody>
          <a:bodyPr anchorCtr="0" anchor="ctr" bIns="0" lIns="651500" spcFirstLastPara="1" rIns="548625" wrap="square" tIns="6857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1pPr>
            <a:lvl2pPr lvl="1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2pPr>
            <a:lvl3pPr lvl="2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3pPr>
            <a:lvl4pPr lvl="3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4pPr>
            <a:lvl5pPr lvl="4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5pPr>
            <a:lvl6pPr lvl="5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6pPr>
            <a:lvl7pPr lvl="6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7pPr>
            <a:lvl8pPr lvl="7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8pPr>
            <a:lvl9pPr lvl="8" rtl="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884" name="Google Shape;884;p58"/>
          <p:cNvSpPr txBox="1"/>
          <p:nvPr>
            <p:ph idx="5" type="subTitle"/>
          </p:nvPr>
        </p:nvSpPr>
        <p:spPr>
          <a:xfrm>
            <a:off x="5852250" y="1855238"/>
            <a:ext cx="3291900" cy="2026800"/>
          </a:xfrm>
          <a:prstGeom prst="rect">
            <a:avLst/>
          </a:prstGeom>
        </p:spPr>
        <p:txBody>
          <a:bodyPr anchorCtr="0" anchor="ctr" bIns="0" lIns="822950" spcFirstLastPara="1" rIns="342900" wrap="square" tIns="6857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1pPr>
            <a:lvl2pPr lvl="1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2pPr>
            <a:lvl3pPr lvl="2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3pPr>
            <a:lvl4pPr lvl="3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4pPr>
            <a:lvl5pPr lvl="4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5pPr>
            <a:lvl6pPr lvl="5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6pPr>
            <a:lvl7pPr lvl="6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7pPr>
            <a:lvl8pPr lvl="7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8pPr>
            <a:lvl9pPr lvl="8" rtl="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885" name="Google Shape;885;p58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886" name="Google Shape;886;p58"/>
          <p:cNvSpPr txBox="1"/>
          <p:nvPr>
            <p:ph idx="6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rgbClr val="FFFFFF"/>
                </a:solidFill>
              </a:defRPr>
            </a:lvl9pPr>
          </a:lstStyle>
          <a:p/>
        </p:txBody>
      </p:sp>
      <p:pic>
        <p:nvPicPr>
          <p:cNvPr id="887" name="Google Shape;887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33460" y="4734378"/>
            <a:ext cx="731888" cy="172209"/>
          </a:xfrm>
          <a:prstGeom prst="rect">
            <a:avLst/>
          </a:prstGeom>
          <a:noFill/>
          <a:ln>
            <a:noFill/>
          </a:ln>
        </p:spPr>
      </p:pic>
      <p:sp>
        <p:nvSpPr>
          <p:cNvPr id="888" name="Google Shape;888;p58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quote two column 1">
  <p:cSld name="CUSTOM_4_8_1">
    <p:bg>
      <p:bgPr>
        <a:solidFill>
          <a:srgbClr val="353535"/>
        </a:solidFill>
      </p:bgPr>
    </p:bg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0" name="Google Shape;890;p5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809956" y="1533675"/>
            <a:ext cx="548775" cy="548759"/>
          </a:xfrm>
          <a:prstGeom prst="rect">
            <a:avLst/>
          </a:prstGeom>
          <a:noFill/>
          <a:ln>
            <a:noFill/>
          </a:ln>
        </p:spPr>
      </p:pic>
      <p:pic>
        <p:nvPicPr>
          <p:cNvPr id="891" name="Google Shape;891;p5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0306" y="1533675"/>
            <a:ext cx="548775" cy="54875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92" name="Google Shape;892;p59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3" name="Google Shape;893;p59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94" name="Google Shape;894;p59"/>
          <p:cNvSpPr txBox="1"/>
          <p:nvPr>
            <p:ph idx="1" type="subTitle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9pPr>
          </a:lstStyle>
          <a:p/>
        </p:txBody>
      </p:sp>
      <p:cxnSp>
        <p:nvCxnSpPr>
          <p:cNvPr id="895" name="Google Shape;895;p59"/>
          <p:cNvCxnSpPr/>
          <p:nvPr/>
        </p:nvCxnSpPr>
        <p:spPr>
          <a:xfrm>
            <a:off x="4574182" y="2097150"/>
            <a:ext cx="0" cy="21927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896" name="Google Shape;896;p59"/>
          <p:cNvSpPr txBox="1"/>
          <p:nvPr>
            <p:ph idx="2" type="subTitle"/>
          </p:nvPr>
        </p:nvSpPr>
        <p:spPr>
          <a:xfrm>
            <a:off x="1007344" y="3777544"/>
            <a:ext cx="3298500" cy="31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897" name="Google Shape;897;p59"/>
          <p:cNvSpPr txBox="1"/>
          <p:nvPr>
            <p:ph idx="3" type="subTitle"/>
          </p:nvPr>
        </p:nvSpPr>
        <p:spPr>
          <a:xfrm>
            <a:off x="1007344" y="2136075"/>
            <a:ext cx="3298500" cy="139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1pPr>
            <a:lvl2pPr lvl="1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2pPr>
            <a:lvl3pPr lvl="2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3pPr>
            <a:lvl4pPr lvl="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4pPr>
            <a:lvl5pPr lvl="4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5pPr>
            <a:lvl6pPr lvl="5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6pPr>
            <a:lvl7pPr lvl="6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7pPr>
            <a:lvl8pPr lvl="7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8pPr>
            <a:lvl9pPr lvl="8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898" name="Google Shape;898;p59"/>
          <p:cNvSpPr txBox="1"/>
          <p:nvPr>
            <p:ph idx="4" type="subTitle"/>
          </p:nvPr>
        </p:nvSpPr>
        <p:spPr>
          <a:xfrm>
            <a:off x="4896994" y="3777544"/>
            <a:ext cx="3298500" cy="31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899" name="Google Shape;899;p59"/>
          <p:cNvSpPr txBox="1"/>
          <p:nvPr>
            <p:ph idx="5" type="subTitle"/>
          </p:nvPr>
        </p:nvSpPr>
        <p:spPr>
          <a:xfrm>
            <a:off x="4896994" y="2136075"/>
            <a:ext cx="3298500" cy="139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1pPr>
            <a:lvl2pPr lvl="1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2pPr>
            <a:lvl3pPr lvl="2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3pPr>
            <a:lvl4pPr lvl="3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4pPr>
            <a:lvl5pPr lvl="4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5pPr>
            <a:lvl6pPr lvl="5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6pPr>
            <a:lvl7pPr lvl="6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7pPr>
            <a:lvl8pPr lvl="7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8pPr>
            <a:lvl9pPr lvl="8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900" name="Google Shape;900;p59"/>
          <p:cNvSpPr txBox="1"/>
          <p:nvPr>
            <p:ph idx="6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901" name="Google Shape;901;p59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pic>
        <p:nvPicPr>
          <p:cNvPr id="902" name="Google Shape;902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33460" y="4734378"/>
            <a:ext cx="731888" cy="172209"/>
          </a:xfrm>
          <a:prstGeom prst="rect">
            <a:avLst/>
          </a:prstGeom>
          <a:noFill/>
          <a:ln>
            <a:noFill/>
          </a:ln>
        </p:spPr>
      </p:pic>
      <p:sp>
        <p:nvSpPr>
          <p:cNvPr id="903" name="Google Shape;903;p59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904" name="Google Shape;904;p59"/>
          <p:cNvCxnSpPr/>
          <p:nvPr/>
        </p:nvCxnSpPr>
        <p:spPr>
          <a:xfrm>
            <a:off x="1024875" y="3663249"/>
            <a:ext cx="117000" cy="0"/>
          </a:xfrm>
          <a:prstGeom prst="straightConnector1">
            <a:avLst/>
          </a:prstGeom>
          <a:noFill/>
          <a:ln cap="flat" cmpd="sng" w="2857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5" name="Google Shape;905;p59"/>
          <p:cNvCxnSpPr/>
          <p:nvPr/>
        </p:nvCxnSpPr>
        <p:spPr>
          <a:xfrm>
            <a:off x="4914525" y="3663249"/>
            <a:ext cx="117000" cy="0"/>
          </a:xfrm>
          <a:prstGeom prst="straightConnector1">
            <a:avLst/>
          </a:prstGeom>
          <a:noFill/>
          <a:ln cap="flat" cmpd="sng" w="2857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6" name="Google Shape;906;p59"/>
          <p:cNvSpPr txBox="1"/>
          <p:nvPr>
            <p:ph idx="7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quote three column 1">
  <p:cSld name="CUSTOM_4_9_1">
    <p:bg>
      <p:bgPr>
        <a:solidFill>
          <a:srgbClr val="353535"/>
        </a:solidFill>
      </p:bgPr>
    </p:bg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8" name="Google Shape;908;p6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8025" y="1662900"/>
            <a:ext cx="414918" cy="414907"/>
          </a:xfrm>
          <a:prstGeom prst="rect">
            <a:avLst/>
          </a:prstGeom>
          <a:noFill/>
          <a:ln>
            <a:noFill/>
          </a:ln>
        </p:spPr>
      </p:pic>
      <p:pic>
        <p:nvPicPr>
          <p:cNvPr id="909" name="Google Shape;909;p6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470813" y="1662900"/>
            <a:ext cx="414918" cy="414907"/>
          </a:xfrm>
          <a:prstGeom prst="rect">
            <a:avLst/>
          </a:prstGeom>
          <a:noFill/>
          <a:ln>
            <a:noFill/>
          </a:ln>
        </p:spPr>
      </p:pic>
      <p:pic>
        <p:nvPicPr>
          <p:cNvPr id="910" name="Google Shape;910;p6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3600" y="1662900"/>
            <a:ext cx="414918" cy="41490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11" name="Google Shape;911;p60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2" name="Google Shape;912;p60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13" name="Google Shape;913;p60"/>
          <p:cNvSpPr txBox="1"/>
          <p:nvPr>
            <p:ph idx="1" type="subTitle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9pPr>
          </a:lstStyle>
          <a:p/>
        </p:txBody>
      </p:sp>
      <p:cxnSp>
        <p:nvCxnSpPr>
          <p:cNvPr id="914" name="Google Shape;914;p60"/>
          <p:cNvCxnSpPr/>
          <p:nvPr/>
        </p:nvCxnSpPr>
        <p:spPr>
          <a:xfrm>
            <a:off x="3230700" y="2082713"/>
            <a:ext cx="0" cy="17268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915" name="Google Shape;915;p60"/>
          <p:cNvCxnSpPr/>
          <p:nvPr/>
        </p:nvCxnSpPr>
        <p:spPr>
          <a:xfrm>
            <a:off x="5917913" y="2082713"/>
            <a:ext cx="0" cy="17268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916" name="Google Shape;916;p60"/>
          <p:cNvSpPr txBox="1"/>
          <p:nvPr>
            <p:ph idx="2" type="subTitle"/>
          </p:nvPr>
        </p:nvSpPr>
        <p:spPr>
          <a:xfrm>
            <a:off x="855694" y="3510788"/>
            <a:ext cx="2062800" cy="31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917" name="Google Shape;917;p60"/>
          <p:cNvSpPr txBox="1"/>
          <p:nvPr>
            <p:ph idx="3" type="subTitle"/>
          </p:nvPr>
        </p:nvSpPr>
        <p:spPr>
          <a:xfrm>
            <a:off x="855694" y="2110282"/>
            <a:ext cx="2062800" cy="116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1pPr>
            <a:lvl2pPr lvl="1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2pPr>
            <a:lvl3pPr lvl="2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3pPr>
            <a:lvl4pPr lvl="3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4pPr>
            <a:lvl5pPr lvl="4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5pPr>
            <a:lvl6pPr lvl="5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6pPr>
            <a:lvl7pPr lvl="6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7pPr>
            <a:lvl8pPr lvl="7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8pPr>
            <a:lvl9pPr lvl="8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918" name="Google Shape;918;p60"/>
          <p:cNvSpPr txBox="1"/>
          <p:nvPr>
            <p:ph idx="4" type="subTitle"/>
          </p:nvPr>
        </p:nvSpPr>
        <p:spPr>
          <a:xfrm>
            <a:off x="3542906" y="2110282"/>
            <a:ext cx="2062800" cy="116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1pPr>
            <a:lvl2pPr lvl="1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2pPr>
            <a:lvl3pPr lvl="2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3pPr>
            <a:lvl4pPr lvl="3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4pPr>
            <a:lvl5pPr lvl="4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5pPr>
            <a:lvl6pPr lvl="5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6pPr>
            <a:lvl7pPr lvl="6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7pPr>
            <a:lvl8pPr lvl="7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8pPr>
            <a:lvl9pPr lvl="8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919" name="Google Shape;919;p60"/>
          <p:cNvSpPr txBox="1"/>
          <p:nvPr>
            <p:ph idx="5" type="subTitle"/>
          </p:nvPr>
        </p:nvSpPr>
        <p:spPr>
          <a:xfrm>
            <a:off x="6230119" y="2110282"/>
            <a:ext cx="2062800" cy="116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1pPr>
            <a:lvl2pPr lvl="1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2pPr>
            <a:lvl3pPr lvl="2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3pPr>
            <a:lvl4pPr lvl="3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4pPr>
            <a:lvl5pPr lvl="4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5pPr>
            <a:lvl6pPr lvl="5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6pPr>
            <a:lvl7pPr lvl="6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7pPr>
            <a:lvl8pPr lvl="7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8pPr>
            <a:lvl9pPr lvl="8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920" name="Google Shape;920;p60"/>
          <p:cNvSpPr txBox="1"/>
          <p:nvPr>
            <p:ph idx="6" type="subTitle"/>
          </p:nvPr>
        </p:nvSpPr>
        <p:spPr>
          <a:xfrm>
            <a:off x="3540600" y="3510788"/>
            <a:ext cx="2062800" cy="31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921" name="Google Shape;921;p60"/>
          <p:cNvSpPr txBox="1"/>
          <p:nvPr>
            <p:ph idx="7" type="subTitle"/>
          </p:nvPr>
        </p:nvSpPr>
        <p:spPr>
          <a:xfrm>
            <a:off x="6230119" y="3510788"/>
            <a:ext cx="2062800" cy="31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922" name="Google Shape;922;p60"/>
          <p:cNvSpPr txBox="1"/>
          <p:nvPr>
            <p:ph idx="8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923" name="Google Shape;923;p60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pic>
        <p:nvPicPr>
          <p:cNvPr id="924" name="Google Shape;924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33460" y="4734378"/>
            <a:ext cx="731888" cy="172209"/>
          </a:xfrm>
          <a:prstGeom prst="rect">
            <a:avLst/>
          </a:prstGeom>
          <a:noFill/>
          <a:ln>
            <a:noFill/>
          </a:ln>
        </p:spPr>
      </p:pic>
      <p:sp>
        <p:nvSpPr>
          <p:cNvPr id="925" name="Google Shape;925;p60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26" name="Google Shape;926;p60"/>
          <p:cNvSpPr txBox="1"/>
          <p:nvPr>
            <p:ph idx="9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data percentage bars 1">
  <p:cSld name="CUSTOM_4_10_1">
    <p:bg>
      <p:bgPr>
        <a:solidFill>
          <a:srgbClr val="353535"/>
        </a:solidFill>
      </p:bgPr>
    </p:bg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28" name="Google Shape;928;p61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9" name="Google Shape;929;p61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0" name="Google Shape;930;p61"/>
          <p:cNvSpPr txBox="1"/>
          <p:nvPr>
            <p:ph idx="1" type="subTitle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931" name="Google Shape;931;p61"/>
          <p:cNvSpPr txBox="1"/>
          <p:nvPr>
            <p:ph idx="2" type="subTitle"/>
          </p:nvPr>
        </p:nvSpPr>
        <p:spPr>
          <a:xfrm>
            <a:off x="6036038" y="2173950"/>
            <a:ext cx="25578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1pPr>
            <a:lvl2pPr lvl="1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2pPr>
            <a:lvl3pPr lvl="2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3pPr>
            <a:lvl4pPr lvl="3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4pPr>
            <a:lvl5pPr lvl="4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5pPr>
            <a:lvl6pPr lvl="5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6pPr>
            <a:lvl7pPr lvl="6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7pPr>
            <a:lvl8pPr lvl="7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8pPr>
            <a:lvl9pPr lvl="8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932" name="Google Shape;932;p61"/>
          <p:cNvSpPr txBox="1"/>
          <p:nvPr>
            <p:ph idx="3" type="subTitle"/>
          </p:nvPr>
        </p:nvSpPr>
        <p:spPr>
          <a:xfrm>
            <a:off x="6036038" y="1905450"/>
            <a:ext cx="2557800" cy="249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933" name="Google Shape;933;p61"/>
          <p:cNvSpPr txBox="1"/>
          <p:nvPr>
            <p:ph idx="4" type="subTitle"/>
          </p:nvPr>
        </p:nvSpPr>
        <p:spPr>
          <a:xfrm>
            <a:off x="6036038" y="3507600"/>
            <a:ext cx="25578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1pPr>
            <a:lvl2pPr lvl="1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2pPr>
            <a:lvl3pPr lvl="2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3pPr>
            <a:lvl4pPr lvl="3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4pPr>
            <a:lvl5pPr lvl="4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5pPr>
            <a:lvl6pPr lvl="5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6pPr>
            <a:lvl7pPr lvl="6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7pPr>
            <a:lvl8pPr lvl="7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8pPr>
            <a:lvl9pPr lvl="8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934" name="Google Shape;934;p61"/>
          <p:cNvSpPr txBox="1"/>
          <p:nvPr>
            <p:ph idx="5" type="subTitle"/>
          </p:nvPr>
        </p:nvSpPr>
        <p:spPr>
          <a:xfrm>
            <a:off x="6036038" y="3239100"/>
            <a:ext cx="2557800" cy="249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935" name="Google Shape;935;p61"/>
          <p:cNvSpPr/>
          <p:nvPr/>
        </p:nvSpPr>
        <p:spPr>
          <a:xfrm>
            <a:off x="667144" y="1905450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6" name="Google Shape;936;p61"/>
          <p:cNvSpPr/>
          <p:nvPr/>
        </p:nvSpPr>
        <p:spPr>
          <a:xfrm>
            <a:off x="667144" y="1986881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7" name="Google Shape;937;p61"/>
          <p:cNvSpPr/>
          <p:nvPr/>
        </p:nvSpPr>
        <p:spPr>
          <a:xfrm>
            <a:off x="667144" y="2068313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8" name="Google Shape;938;p61"/>
          <p:cNvSpPr/>
          <p:nvPr/>
        </p:nvSpPr>
        <p:spPr>
          <a:xfrm>
            <a:off x="667144" y="2149744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9" name="Google Shape;939;p61"/>
          <p:cNvSpPr/>
          <p:nvPr/>
        </p:nvSpPr>
        <p:spPr>
          <a:xfrm>
            <a:off x="667144" y="2231175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0" name="Google Shape;940;p61"/>
          <p:cNvSpPr/>
          <p:nvPr/>
        </p:nvSpPr>
        <p:spPr>
          <a:xfrm>
            <a:off x="667144" y="2312606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1" name="Google Shape;941;p61"/>
          <p:cNvSpPr/>
          <p:nvPr/>
        </p:nvSpPr>
        <p:spPr>
          <a:xfrm>
            <a:off x="667144" y="2394038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2" name="Google Shape;942;p61"/>
          <p:cNvSpPr/>
          <p:nvPr/>
        </p:nvSpPr>
        <p:spPr>
          <a:xfrm>
            <a:off x="667144" y="2475469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3" name="Google Shape;943;p61"/>
          <p:cNvSpPr/>
          <p:nvPr/>
        </p:nvSpPr>
        <p:spPr>
          <a:xfrm>
            <a:off x="667144" y="2556900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4" name="Google Shape;944;p61"/>
          <p:cNvSpPr/>
          <p:nvPr/>
        </p:nvSpPr>
        <p:spPr>
          <a:xfrm>
            <a:off x="667144" y="2638331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5" name="Google Shape;945;p61"/>
          <p:cNvSpPr/>
          <p:nvPr/>
        </p:nvSpPr>
        <p:spPr>
          <a:xfrm>
            <a:off x="1189500" y="1905450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6" name="Google Shape;946;p61"/>
          <p:cNvSpPr/>
          <p:nvPr/>
        </p:nvSpPr>
        <p:spPr>
          <a:xfrm>
            <a:off x="1189500" y="1986881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7" name="Google Shape;947;p61"/>
          <p:cNvSpPr/>
          <p:nvPr/>
        </p:nvSpPr>
        <p:spPr>
          <a:xfrm>
            <a:off x="1189500" y="2068313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8" name="Google Shape;948;p61"/>
          <p:cNvSpPr/>
          <p:nvPr/>
        </p:nvSpPr>
        <p:spPr>
          <a:xfrm>
            <a:off x="1189500" y="2149744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9" name="Google Shape;949;p61"/>
          <p:cNvSpPr/>
          <p:nvPr/>
        </p:nvSpPr>
        <p:spPr>
          <a:xfrm>
            <a:off x="1189500" y="2231175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0" name="Google Shape;950;p61"/>
          <p:cNvSpPr/>
          <p:nvPr/>
        </p:nvSpPr>
        <p:spPr>
          <a:xfrm>
            <a:off x="1189500" y="2312606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1" name="Google Shape;951;p61"/>
          <p:cNvSpPr/>
          <p:nvPr/>
        </p:nvSpPr>
        <p:spPr>
          <a:xfrm>
            <a:off x="1189500" y="2394038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2" name="Google Shape;952;p61"/>
          <p:cNvSpPr/>
          <p:nvPr/>
        </p:nvSpPr>
        <p:spPr>
          <a:xfrm>
            <a:off x="1189500" y="2475469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3" name="Google Shape;953;p61"/>
          <p:cNvSpPr/>
          <p:nvPr/>
        </p:nvSpPr>
        <p:spPr>
          <a:xfrm>
            <a:off x="1189500" y="2556900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4" name="Google Shape;954;p61"/>
          <p:cNvSpPr/>
          <p:nvPr/>
        </p:nvSpPr>
        <p:spPr>
          <a:xfrm>
            <a:off x="1189500" y="2638331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955" name="Google Shape;955;p61"/>
          <p:cNvSpPr/>
          <p:nvPr/>
        </p:nvSpPr>
        <p:spPr>
          <a:xfrm>
            <a:off x="1711856" y="1905450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6" name="Google Shape;956;p61"/>
          <p:cNvSpPr/>
          <p:nvPr/>
        </p:nvSpPr>
        <p:spPr>
          <a:xfrm>
            <a:off x="1711856" y="1986881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7" name="Google Shape;957;p61"/>
          <p:cNvSpPr/>
          <p:nvPr/>
        </p:nvSpPr>
        <p:spPr>
          <a:xfrm>
            <a:off x="1711856" y="2068313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8" name="Google Shape;958;p61"/>
          <p:cNvSpPr/>
          <p:nvPr/>
        </p:nvSpPr>
        <p:spPr>
          <a:xfrm>
            <a:off x="1711856" y="2149744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9" name="Google Shape;959;p61"/>
          <p:cNvSpPr/>
          <p:nvPr/>
        </p:nvSpPr>
        <p:spPr>
          <a:xfrm>
            <a:off x="1711856" y="2231175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0" name="Google Shape;960;p61"/>
          <p:cNvSpPr/>
          <p:nvPr/>
        </p:nvSpPr>
        <p:spPr>
          <a:xfrm>
            <a:off x="1711856" y="2312606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1" name="Google Shape;961;p61"/>
          <p:cNvSpPr/>
          <p:nvPr/>
        </p:nvSpPr>
        <p:spPr>
          <a:xfrm>
            <a:off x="1711856" y="2394038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2" name="Google Shape;962;p61"/>
          <p:cNvSpPr/>
          <p:nvPr/>
        </p:nvSpPr>
        <p:spPr>
          <a:xfrm>
            <a:off x="1711856" y="2475469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3" name="Google Shape;963;p61"/>
          <p:cNvSpPr/>
          <p:nvPr/>
        </p:nvSpPr>
        <p:spPr>
          <a:xfrm>
            <a:off x="1711856" y="2556900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4" name="Google Shape;964;p61"/>
          <p:cNvSpPr/>
          <p:nvPr/>
        </p:nvSpPr>
        <p:spPr>
          <a:xfrm>
            <a:off x="1711856" y="2638331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965" name="Google Shape;965;p61"/>
          <p:cNvSpPr/>
          <p:nvPr/>
        </p:nvSpPr>
        <p:spPr>
          <a:xfrm>
            <a:off x="2234213" y="1905450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6" name="Google Shape;966;p61"/>
          <p:cNvSpPr/>
          <p:nvPr/>
        </p:nvSpPr>
        <p:spPr>
          <a:xfrm>
            <a:off x="2234213" y="1986881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7" name="Google Shape;967;p61"/>
          <p:cNvSpPr/>
          <p:nvPr/>
        </p:nvSpPr>
        <p:spPr>
          <a:xfrm>
            <a:off x="2234213" y="2068313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8" name="Google Shape;968;p61"/>
          <p:cNvSpPr/>
          <p:nvPr/>
        </p:nvSpPr>
        <p:spPr>
          <a:xfrm>
            <a:off x="2234213" y="2149744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9" name="Google Shape;969;p61"/>
          <p:cNvSpPr/>
          <p:nvPr/>
        </p:nvSpPr>
        <p:spPr>
          <a:xfrm>
            <a:off x="2234213" y="2231175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0" name="Google Shape;970;p61"/>
          <p:cNvSpPr/>
          <p:nvPr/>
        </p:nvSpPr>
        <p:spPr>
          <a:xfrm>
            <a:off x="2234213" y="2312606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1" name="Google Shape;971;p61"/>
          <p:cNvSpPr/>
          <p:nvPr/>
        </p:nvSpPr>
        <p:spPr>
          <a:xfrm>
            <a:off x="2234213" y="2394038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2" name="Google Shape;972;p61"/>
          <p:cNvSpPr/>
          <p:nvPr/>
        </p:nvSpPr>
        <p:spPr>
          <a:xfrm>
            <a:off x="2234213" y="2475469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3" name="Google Shape;973;p61"/>
          <p:cNvSpPr/>
          <p:nvPr/>
        </p:nvSpPr>
        <p:spPr>
          <a:xfrm>
            <a:off x="2234213" y="2556900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4" name="Google Shape;974;p61"/>
          <p:cNvSpPr/>
          <p:nvPr/>
        </p:nvSpPr>
        <p:spPr>
          <a:xfrm>
            <a:off x="2234213" y="2638331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975" name="Google Shape;975;p61"/>
          <p:cNvSpPr/>
          <p:nvPr/>
        </p:nvSpPr>
        <p:spPr>
          <a:xfrm>
            <a:off x="2756569" y="1905450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6" name="Google Shape;976;p61"/>
          <p:cNvSpPr/>
          <p:nvPr/>
        </p:nvSpPr>
        <p:spPr>
          <a:xfrm>
            <a:off x="2756569" y="1986881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7" name="Google Shape;977;p61"/>
          <p:cNvSpPr/>
          <p:nvPr/>
        </p:nvSpPr>
        <p:spPr>
          <a:xfrm>
            <a:off x="2756569" y="2068313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8" name="Google Shape;978;p61"/>
          <p:cNvSpPr/>
          <p:nvPr/>
        </p:nvSpPr>
        <p:spPr>
          <a:xfrm>
            <a:off x="2756569" y="2149744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9" name="Google Shape;979;p61"/>
          <p:cNvSpPr/>
          <p:nvPr/>
        </p:nvSpPr>
        <p:spPr>
          <a:xfrm>
            <a:off x="2756569" y="2231175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0" name="Google Shape;980;p61"/>
          <p:cNvSpPr/>
          <p:nvPr/>
        </p:nvSpPr>
        <p:spPr>
          <a:xfrm>
            <a:off x="2756569" y="2312606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1" name="Google Shape;981;p61"/>
          <p:cNvSpPr/>
          <p:nvPr/>
        </p:nvSpPr>
        <p:spPr>
          <a:xfrm>
            <a:off x="2756569" y="2394038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2" name="Google Shape;982;p61"/>
          <p:cNvSpPr/>
          <p:nvPr/>
        </p:nvSpPr>
        <p:spPr>
          <a:xfrm>
            <a:off x="2756569" y="2475469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3" name="Google Shape;983;p61"/>
          <p:cNvSpPr/>
          <p:nvPr/>
        </p:nvSpPr>
        <p:spPr>
          <a:xfrm>
            <a:off x="2756569" y="2556900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4" name="Google Shape;984;p61"/>
          <p:cNvSpPr/>
          <p:nvPr/>
        </p:nvSpPr>
        <p:spPr>
          <a:xfrm>
            <a:off x="2756569" y="2638331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985" name="Google Shape;985;p61"/>
          <p:cNvSpPr/>
          <p:nvPr/>
        </p:nvSpPr>
        <p:spPr>
          <a:xfrm>
            <a:off x="3278925" y="1905450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6" name="Google Shape;986;p61"/>
          <p:cNvSpPr/>
          <p:nvPr/>
        </p:nvSpPr>
        <p:spPr>
          <a:xfrm>
            <a:off x="3278925" y="1986881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7" name="Google Shape;987;p61"/>
          <p:cNvSpPr/>
          <p:nvPr/>
        </p:nvSpPr>
        <p:spPr>
          <a:xfrm>
            <a:off x="3278925" y="2068313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8" name="Google Shape;988;p61"/>
          <p:cNvSpPr/>
          <p:nvPr/>
        </p:nvSpPr>
        <p:spPr>
          <a:xfrm>
            <a:off x="3278925" y="2149744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9" name="Google Shape;989;p61"/>
          <p:cNvSpPr/>
          <p:nvPr/>
        </p:nvSpPr>
        <p:spPr>
          <a:xfrm>
            <a:off x="3278925" y="2231175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0" name="Google Shape;990;p61"/>
          <p:cNvSpPr/>
          <p:nvPr/>
        </p:nvSpPr>
        <p:spPr>
          <a:xfrm>
            <a:off x="3278925" y="2312606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1" name="Google Shape;991;p61"/>
          <p:cNvSpPr/>
          <p:nvPr/>
        </p:nvSpPr>
        <p:spPr>
          <a:xfrm>
            <a:off x="3278925" y="2394038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2" name="Google Shape;992;p61"/>
          <p:cNvSpPr/>
          <p:nvPr/>
        </p:nvSpPr>
        <p:spPr>
          <a:xfrm>
            <a:off x="3278925" y="2475469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3" name="Google Shape;993;p61"/>
          <p:cNvSpPr/>
          <p:nvPr/>
        </p:nvSpPr>
        <p:spPr>
          <a:xfrm>
            <a:off x="3278925" y="2556900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4" name="Google Shape;994;p61"/>
          <p:cNvSpPr/>
          <p:nvPr/>
        </p:nvSpPr>
        <p:spPr>
          <a:xfrm>
            <a:off x="3278925" y="2638331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995" name="Google Shape;995;p61"/>
          <p:cNvSpPr/>
          <p:nvPr/>
        </p:nvSpPr>
        <p:spPr>
          <a:xfrm>
            <a:off x="3801281" y="1905450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6" name="Google Shape;996;p61"/>
          <p:cNvSpPr/>
          <p:nvPr/>
        </p:nvSpPr>
        <p:spPr>
          <a:xfrm>
            <a:off x="3801281" y="1986881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7" name="Google Shape;997;p61"/>
          <p:cNvSpPr/>
          <p:nvPr/>
        </p:nvSpPr>
        <p:spPr>
          <a:xfrm>
            <a:off x="3801281" y="2068313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8" name="Google Shape;998;p61"/>
          <p:cNvSpPr/>
          <p:nvPr/>
        </p:nvSpPr>
        <p:spPr>
          <a:xfrm>
            <a:off x="3801281" y="2149744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9" name="Google Shape;999;p61"/>
          <p:cNvSpPr/>
          <p:nvPr/>
        </p:nvSpPr>
        <p:spPr>
          <a:xfrm>
            <a:off x="3801281" y="2231175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0" name="Google Shape;1000;p61"/>
          <p:cNvSpPr/>
          <p:nvPr/>
        </p:nvSpPr>
        <p:spPr>
          <a:xfrm>
            <a:off x="3801281" y="2312606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1" name="Google Shape;1001;p61"/>
          <p:cNvSpPr/>
          <p:nvPr/>
        </p:nvSpPr>
        <p:spPr>
          <a:xfrm>
            <a:off x="3801281" y="2394038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2" name="Google Shape;1002;p61"/>
          <p:cNvSpPr/>
          <p:nvPr/>
        </p:nvSpPr>
        <p:spPr>
          <a:xfrm>
            <a:off x="3801281" y="2475469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3" name="Google Shape;1003;p61"/>
          <p:cNvSpPr/>
          <p:nvPr/>
        </p:nvSpPr>
        <p:spPr>
          <a:xfrm>
            <a:off x="3801281" y="2556900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4" name="Google Shape;1004;p61"/>
          <p:cNvSpPr/>
          <p:nvPr/>
        </p:nvSpPr>
        <p:spPr>
          <a:xfrm>
            <a:off x="3801281" y="2638331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005" name="Google Shape;1005;p61"/>
          <p:cNvSpPr/>
          <p:nvPr/>
        </p:nvSpPr>
        <p:spPr>
          <a:xfrm>
            <a:off x="4323638" y="1905450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6" name="Google Shape;1006;p61"/>
          <p:cNvSpPr/>
          <p:nvPr/>
        </p:nvSpPr>
        <p:spPr>
          <a:xfrm>
            <a:off x="4323638" y="1986881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7" name="Google Shape;1007;p61"/>
          <p:cNvSpPr/>
          <p:nvPr/>
        </p:nvSpPr>
        <p:spPr>
          <a:xfrm>
            <a:off x="4323638" y="2068313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8" name="Google Shape;1008;p61"/>
          <p:cNvSpPr/>
          <p:nvPr/>
        </p:nvSpPr>
        <p:spPr>
          <a:xfrm>
            <a:off x="4323638" y="2149744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9" name="Google Shape;1009;p61"/>
          <p:cNvSpPr/>
          <p:nvPr/>
        </p:nvSpPr>
        <p:spPr>
          <a:xfrm>
            <a:off x="4323638" y="2231175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0" name="Google Shape;1010;p61"/>
          <p:cNvSpPr/>
          <p:nvPr/>
        </p:nvSpPr>
        <p:spPr>
          <a:xfrm>
            <a:off x="4323638" y="2312606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1" name="Google Shape;1011;p61"/>
          <p:cNvSpPr/>
          <p:nvPr/>
        </p:nvSpPr>
        <p:spPr>
          <a:xfrm>
            <a:off x="4323638" y="2394038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2" name="Google Shape;1012;p61"/>
          <p:cNvSpPr/>
          <p:nvPr/>
        </p:nvSpPr>
        <p:spPr>
          <a:xfrm>
            <a:off x="4323638" y="2475469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3" name="Google Shape;1013;p61"/>
          <p:cNvSpPr/>
          <p:nvPr/>
        </p:nvSpPr>
        <p:spPr>
          <a:xfrm>
            <a:off x="4323638" y="2556900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4" name="Google Shape;1014;p61"/>
          <p:cNvSpPr/>
          <p:nvPr/>
        </p:nvSpPr>
        <p:spPr>
          <a:xfrm>
            <a:off x="4323638" y="2638331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015" name="Google Shape;1015;p61"/>
          <p:cNvSpPr/>
          <p:nvPr/>
        </p:nvSpPr>
        <p:spPr>
          <a:xfrm>
            <a:off x="4845994" y="1905450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6" name="Google Shape;1016;p61"/>
          <p:cNvSpPr/>
          <p:nvPr/>
        </p:nvSpPr>
        <p:spPr>
          <a:xfrm>
            <a:off x="4845994" y="1986881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7" name="Google Shape;1017;p61"/>
          <p:cNvSpPr/>
          <p:nvPr/>
        </p:nvSpPr>
        <p:spPr>
          <a:xfrm>
            <a:off x="4845994" y="2068313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8" name="Google Shape;1018;p61"/>
          <p:cNvSpPr/>
          <p:nvPr/>
        </p:nvSpPr>
        <p:spPr>
          <a:xfrm>
            <a:off x="4845994" y="2149744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9" name="Google Shape;1019;p61"/>
          <p:cNvSpPr/>
          <p:nvPr/>
        </p:nvSpPr>
        <p:spPr>
          <a:xfrm>
            <a:off x="4845994" y="2231175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0" name="Google Shape;1020;p61"/>
          <p:cNvSpPr/>
          <p:nvPr/>
        </p:nvSpPr>
        <p:spPr>
          <a:xfrm>
            <a:off x="4845994" y="2312606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1" name="Google Shape;1021;p61"/>
          <p:cNvSpPr/>
          <p:nvPr/>
        </p:nvSpPr>
        <p:spPr>
          <a:xfrm>
            <a:off x="4845994" y="2394038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2" name="Google Shape;1022;p61"/>
          <p:cNvSpPr/>
          <p:nvPr/>
        </p:nvSpPr>
        <p:spPr>
          <a:xfrm>
            <a:off x="4845994" y="2475469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3" name="Google Shape;1023;p61"/>
          <p:cNvSpPr/>
          <p:nvPr/>
        </p:nvSpPr>
        <p:spPr>
          <a:xfrm>
            <a:off x="4845994" y="2556900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4" name="Google Shape;1024;p61"/>
          <p:cNvSpPr/>
          <p:nvPr/>
        </p:nvSpPr>
        <p:spPr>
          <a:xfrm>
            <a:off x="4845994" y="2638331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025" name="Google Shape;1025;p61"/>
          <p:cNvSpPr/>
          <p:nvPr/>
        </p:nvSpPr>
        <p:spPr>
          <a:xfrm>
            <a:off x="5368350" y="1905450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6" name="Google Shape;1026;p61"/>
          <p:cNvSpPr/>
          <p:nvPr/>
        </p:nvSpPr>
        <p:spPr>
          <a:xfrm>
            <a:off x="5368350" y="1986881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7" name="Google Shape;1027;p61"/>
          <p:cNvSpPr/>
          <p:nvPr/>
        </p:nvSpPr>
        <p:spPr>
          <a:xfrm>
            <a:off x="5368350" y="2068313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8" name="Google Shape;1028;p61"/>
          <p:cNvSpPr/>
          <p:nvPr/>
        </p:nvSpPr>
        <p:spPr>
          <a:xfrm>
            <a:off x="5368350" y="2149744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9" name="Google Shape;1029;p61"/>
          <p:cNvSpPr/>
          <p:nvPr/>
        </p:nvSpPr>
        <p:spPr>
          <a:xfrm>
            <a:off x="5368350" y="2231175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0" name="Google Shape;1030;p61"/>
          <p:cNvSpPr/>
          <p:nvPr/>
        </p:nvSpPr>
        <p:spPr>
          <a:xfrm>
            <a:off x="5368350" y="2312606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1" name="Google Shape;1031;p61"/>
          <p:cNvSpPr/>
          <p:nvPr/>
        </p:nvSpPr>
        <p:spPr>
          <a:xfrm>
            <a:off x="5368350" y="2394038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2" name="Google Shape;1032;p61"/>
          <p:cNvSpPr/>
          <p:nvPr/>
        </p:nvSpPr>
        <p:spPr>
          <a:xfrm>
            <a:off x="5368350" y="2475469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3" name="Google Shape;1033;p61"/>
          <p:cNvSpPr/>
          <p:nvPr/>
        </p:nvSpPr>
        <p:spPr>
          <a:xfrm>
            <a:off x="5368350" y="2556900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4" name="Google Shape;1034;p61"/>
          <p:cNvSpPr/>
          <p:nvPr/>
        </p:nvSpPr>
        <p:spPr>
          <a:xfrm>
            <a:off x="5368350" y="2638331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035" name="Google Shape;1035;p61"/>
          <p:cNvSpPr/>
          <p:nvPr/>
        </p:nvSpPr>
        <p:spPr>
          <a:xfrm>
            <a:off x="667144" y="3239092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6" name="Google Shape;1036;p61"/>
          <p:cNvSpPr/>
          <p:nvPr/>
        </p:nvSpPr>
        <p:spPr>
          <a:xfrm>
            <a:off x="667144" y="3320523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7" name="Google Shape;1037;p61"/>
          <p:cNvSpPr/>
          <p:nvPr/>
        </p:nvSpPr>
        <p:spPr>
          <a:xfrm>
            <a:off x="667144" y="3401955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8" name="Google Shape;1038;p61"/>
          <p:cNvSpPr/>
          <p:nvPr/>
        </p:nvSpPr>
        <p:spPr>
          <a:xfrm>
            <a:off x="667144" y="3483386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9" name="Google Shape;1039;p61"/>
          <p:cNvSpPr/>
          <p:nvPr/>
        </p:nvSpPr>
        <p:spPr>
          <a:xfrm>
            <a:off x="667144" y="3564817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0" name="Google Shape;1040;p61"/>
          <p:cNvSpPr/>
          <p:nvPr/>
        </p:nvSpPr>
        <p:spPr>
          <a:xfrm>
            <a:off x="667144" y="3646248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1" name="Google Shape;1041;p61"/>
          <p:cNvSpPr/>
          <p:nvPr/>
        </p:nvSpPr>
        <p:spPr>
          <a:xfrm>
            <a:off x="667144" y="3727680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2" name="Google Shape;1042;p61"/>
          <p:cNvSpPr/>
          <p:nvPr/>
        </p:nvSpPr>
        <p:spPr>
          <a:xfrm>
            <a:off x="667144" y="3809111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3" name="Google Shape;1043;p61"/>
          <p:cNvSpPr/>
          <p:nvPr/>
        </p:nvSpPr>
        <p:spPr>
          <a:xfrm>
            <a:off x="667144" y="3890542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4" name="Google Shape;1044;p61"/>
          <p:cNvSpPr/>
          <p:nvPr/>
        </p:nvSpPr>
        <p:spPr>
          <a:xfrm>
            <a:off x="667144" y="3971973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045" name="Google Shape;1045;p61"/>
          <p:cNvSpPr/>
          <p:nvPr/>
        </p:nvSpPr>
        <p:spPr>
          <a:xfrm>
            <a:off x="1189500" y="3239092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6" name="Google Shape;1046;p61"/>
          <p:cNvSpPr/>
          <p:nvPr/>
        </p:nvSpPr>
        <p:spPr>
          <a:xfrm>
            <a:off x="1189500" y="3320523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7" name="Google Shape;1047;p61"/>
          <p:cNvSpPr/>
          <p:nvPr/>
        </p:nvSpPr>
        <p:spPr>
          <a:xfrm>
            <a:off x="1189500" y="3401955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8" name="Google Shape;1048;p61"/>
          <p:cNvSpPr/>
          <p:nvPr/>
        </p:nvSpPr>
        <p:spPr>
          <a:xfrm>
            <a:off x="1189500" y="3483386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9" name="Google Shape;1049;p61"/>
          <p:cNvSpPr/>
          <p:nvPr/>
        </p:nvSpPr>
        <p:spPr>
          <a:xfrm>
            <a:off x="1189500" y="3564817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0" name="Google Shape;1050;p61"/>
          <p:cNvSpPr/>
          <p:nvPr/>
        </p:nvSpPr>
        <p:spPr>
          <a:xfrm>
            <a:off x="1189500" y="3646248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1" name="Google Shape;1051;p61"/>
          <p:cNvSpPr/>
          <p:nvPr/>
        </p:nvSpPr>
        <p:spPr>
          <a:xfrm>
            <a:off x="1189500" y="3727680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2" name="Google Shape;1052;p61"/>
          <p:cNvSpPr/>
          <p:nvPr/>
        </p:nvSpPr>
        <p:spPr>
          <a:xfrm>
            <a:off x="1189500" y="3809111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3" name="Google Shape;1053;p61"/>
          <p:cNvSpPr/>
          <p:nvPr/>
        </p:nvSpPr>
        <p:spPr>
          <a:xfrm>
            <a:off x="1189500" y="3890542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4" name="Google Shape;1054;p61"/>
          <p:cNvSpPr/>
          <p:nvPr/>
        </p:nvSpPr>
        <p:spPr>
          <a:xfrm>
            <a:off x="1189500" y="3971973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055" name="Google Shape;1055;p61"/>
          <p:cNvSpPr/>
          <p:nvPr/>
        </p:nvSpPr>
        <p:spPr>
          <a:xfrm>
            <a:off x="1711856" y="3239092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6" name="Google Shape;1056;p61"/>
          <p:cNvSpPr/>
          <p:nvPr/>
        </p:nvSpPr>
        <p:spPr>
          <a:xfrm>
            <a:off x="1711856" y="3320523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7" name="Google Shape;1057;p61"/>
          <p:cNvSpPr/>
          <p:nvPr/>
        </p:nvSpPr>
        <p:spPr>
          <a:xfrm>
            <a:off x="1711856" y="3401955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8" name="Google Shape;1058;p61"/>
          <p:cNvSpPr/>
          <p:nvPr/>
        </p:nvSpPr>
        <p:spPr>
          <a:xfrm>
            <a:off x="1711856" y="3483386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9" name="Google Shape;1059;p61"/>
          <p:cNvSpPr/>
          <p:nvPr/>
        </p:nvSpPr>
        <p:spPr>
          <a:xfrm>
            <a:off x="1711856" y="3564817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0" name="Google Shape;1060;p61"/>
          <p:cNvSpPr/>
          <p:nvPr/>
        </p:nvSpPr>
        <p:spPr>
          <a:xfrm>
            <a:off x="1711856" y="3646248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1" name="Google Shape;1061;p61"/>
          <p:cNvSpPr/>
          <p:nvPr/>
        </p:nvSpPr>
        <p:spPr>
          <a:xfrm>
            <a:off x="1711856" y="3727680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2" name="Google Shape;1062;p61"/>
          <p:cNvSpPr/>
          <p:nvPr/>
        </p:nvSpPr>
        <p:spPr>
          <a:xfrm>
            <a:off x="1711856" y="3809111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3" name="Google Shape;1063;p61"/>
          <p:cNvSpPr/>
          <p:nvPr/>
        </p:nvSpPr>
        <p:spPr>
          <a:xfrm>
            <a:off x="1711856" y="3890542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4" name="Google Shape;1064;p61"/>
          <p:cNvSpPr/>
          <p:nvPr/>
        </p:nvSpPr>
        <p:spPr>
          <a:xfrm>
            <a:off x="1711856" y="3971973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065" name="Google Shape;1065;p61"/>
          <p:cNvSpPr/>
          <p:nvPr/>
        </p:nvSpPr>
        <p:spPr>
          <a:xfrm>
            <a:off x="2234213" y="3239092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6" name="Google Shape;1066;p61"/>
          <p:cNvSpPr/>
          <p:nvPr/>
        </p:nvSpPr>
        <p:spPr>
          <a:xfrm>
            <a:off x="2234213" y="3320523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7" name="Google Shape;1067;p61"/>
          <p:cNvSpPr/>
          <p:nvPr/>
        </p:nvSpPr>
        <p:spPr>
          <a:xfrm>
            <a:off x="2234213" y="3401955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8" name="Google Shape;1068;p61"/>
          <p:cNvSpPr/>
          <p:nvPr/>
        </p:nvSpPr>
        <p:spPr>
          <a:xfrm>
            <a:off x="2234213" y="3483386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9" name="Google Shape;1069;p61"/>
          <p:cNvSpPr/>
          <p:nvPr/>
        </p:nvSpPr>
        <p:spPr>
          <a:xfrm>
            <a:off x="2234213" y="3564817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0" name="Google Shape;1070;p61"/>
          <p:cNvSpPr/>
          <p:nvPr/>
        </p:nvSpPr>
        <p:spPr>
          <a:xfrm>
            <a:off x="2234213" y="3646248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1" name="Google Shape;1071;p61"/>
          <p:cNvSpPr/>
          <p:nvPr/>
        </p:nvSpPr>
        <p:spPr>
          <a:xfrm>
            <a:off x="2234213" y="3727680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2" name="Google Shape;1072;p61"/>
          <p:cNvSpPr/>
          <p:nvPr/>
        </p:nvSpPr>
        <p:spPr>
          <a:xfrm>
            <a:off x="2234213" y="3809111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3" name="Google Shape;1073;p61"/>
          <p:cNvSpPr/>
          <p:nvPr/>
        </p:nvSpPr>
        <p:spPr>
          <a:xfrm>
            <a:off x="2234213" y="3890542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4" name="Google Shape;1074;p61"/>
          <p:cNvSpPr/>
          <p:nvPr/>
        </p:nvSpPr>
        <p:spPr>
          <a:xfrm>
            <a:off x="2234213" y="3971973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075" name="Google Shape;1075;p61"/>
          <p:cNvSpPr/>
          <p:nvPr/>
        </p:nvSpPr>
        <p:spPr>
          <a:xfrm>
            <a:off x="2756569" y="3239092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6" name="Google Shape;1076;p61"/>
          <p:cNvSpPr/>
          <p:nvPr/>
        </p:nvSpPr>
        <p:spPr>
          <a:xfrm>
            <a:off x="2756569" y="3320523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7" name="Google Shape;1077;p61"/>
          <p:cNvSpPr/>
          <p:nvPr/>
        </p:nvSpPr>
        <p:spPr>
          <a:xfrm>
            <a:off x="2756569" y="3401955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8" name="Google Shape;1078;p61"/>
          <p:cNvSpPr/>
          <p:nvPr/>
        </p:nvSpPr>
        <p:spPr>
          <a:xfrm>
            <a:off x="2756569" y="3483386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9" name="Google Shape;1079;p61"/>
          <p:cNvSpPr/>
          <p:nvPr/>
        </p:nvSpPr>
        <p:spPr>
          <a:xfrm>
            <a:off x="2756569" y="3564817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0" name="Google Shape;1080;p61"/>
          <p:cNvSpPr/>
          <p:nvPr/>
        </p:nvSpPr>
        <p:spPr>
          <a:xfrm>
            <a:off x="2756569" y="3646248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1" name="Google Shape;1081;p61"/>
          <p:cNvSpPr/>
          <p:nvPr/>
        </p:nvSpPr>
        <p:spPr>
          <a:xfrm>
            <a:off x="2756569" y="3727680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2" name="Google Shape;1082;p61"/>
          <p:cNvSpPr/>
          <p:nvPr/>
        </p:nvSpPr>
        <p:spPr>
          <a:xfrm>
            <a:off x="2756569" y="3809111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3" name="Google Shape;1083;p61"/>
          <p:cNvSpPr/>
          <p:nvPr/>
        </p:nvSpPr>
        <p:spPr>
          <a:xfrm>
            <a:off x="2756569" y="3890542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4" name="Google Shape;1084;p61"/>
          <p:cNvSpPr/>
          <p:nvPr/>
        </p:nvSpPr>
        <p:spPr>
          <a:xfrm>
            <a:off x="2756569" y="3971973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085" name="Google Shape;1085;p61"/>
          <p:cNvSpPr/>
          <p:nvPr/>
        </p:nvSpPr>
        <p:spPr>
          <a:xfrm>
            <a:off x="3278925" y="3239092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6" name="Google Shape;1086;p61"/>
          <p:cNvSpPr/>
          <p:nvPr/>
        </p:nvSpPr>
        <p:spPr>
          <a:xfrm>
            <a:off x="3278925" y="3320523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7" name="Google Shape;1087;p61"/>
          <p:cNvSpPr/>
          <p:nvPr/>
        </p:nvSpPr>
        <p:spPr>
          <a:xfrm>
            <a:off x="3278925" y="3401955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8" name="Google Shape;1088;p61"/>
          <p:cNvSpPr/>
          <p:nvPr/>
        </p:nvSpPr>
        <p:spPr>
          <a:xfrm>
            <a:off x="3278925" y="3483386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9" name="Google Shape;1089;p61"/>
          <p:cNvSpPr/>
          <p:nvPr/>
        </p:nvSpPr>
        <p:spPr>
          <a:xfrm>
            <a:off x="3278925" y="3564817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0" name="Google Shape;1090;p61"/>
          <p:cNvSpPr/>
          <p:nvPr/>
        </p:nvSpPr>
        <p:spPr>
          <a:xfrm>
            <a:off x="3278925" y="3646248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1" name="Google Shape;1091;p61"/>
          <p:cNvSpPr/>
          <p:nvPr/>
        </p:nvSpPr>
        <p:spPr>
          <a:xfrm>
            <a:off x="3278925" y="3727680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2" name="Google Shape;1092;p61"/>
          <p:cNvSpPr/>
          <p:nvPr/>
        </p:nvSpPr>
        <p:spPr>
          <a:xfrm>
            <a:off x="3278925" y="3809111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3" name="Google Shape;1093;p61"/>
          <p:cNvSpPr/>
          <p:nvPr/>
        </p:nvSpPr>
        <p:spPr>
          <a:xfrm>
            <a:off x="3278925" y="3890542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4" name="Google Shape;1094;p61"/>
          <p:cNvSpPr/>
          <p:nvPr/>
        </p:nvSpPr>
        <p:spPr>
          <a:xfrm>
            <a:off x="3278925" y="3971973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095" name="Google Shape;1095;p61"/>
          <p:cNvSpPr/>
          <p:nvPr/>
        </p:nvSpPr>
        <p:spPr>
          <a:xfrm>
            <a:off x="3801281" y="3239092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6" name="Google Shape;1096;p61"/>
          <p:cNvSpPr/>
          <p:nvPr/>
        </p:nvSpPr>
        <p:spPr>
          <a:xfrm>
            <a:off x="3801281" y="3320523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7" name="Google Shape;1097;p61"/>
          <p:cNvSpPr/>
          <p:nvPr/>
        </p:nvSpPr>
        <p:spPr>
          <a:xfrm>
            <a:off x="3801281" y="3401955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8" name="Google Shape;1098;p61"/>
          <p:cNvSpPr/>
          <p:nvPr/>
        </p:nvSpPr>
        <p:spPr>
          <a:xfrm>
            <a:off x="3801281" y="3483386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9" name="Google Shape;1099;p61"/>
          <p:cNvSpPr/>
          <p:nvPr/>
        </p:nvSpPr>
        <p:spPr>
          <a:xfrm>
            <a:off x="3801281" y="3564817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0" name="Google Shape;1100;p61"/>
          <p:cNvSpPr/>
          <p:nvPr/>
        </p:nvSpPr>
        <p:spPr>
          <a:xfrm>
            <a:off x="3801281" y="3646248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1" name="Google Shape;1101;p61"/>
          <p:cNvSpPr/>
          <p:nvPr/>
        </p:nvSpPr>
        <p:spPr>
          <a:xfrm>
            <a:off x="3801281" y="3727680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2" name="Google Shape;1102;p61"/>
          <p:cNvSpPr/>
          <p:nvPr/>
        </p:nvSpPr>
        <p:spPr>
          <a:xfrm>
            <a:off x="3801281" y="3809111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3" name="Google Shape;1103;p61"/>
          <p:cNvSpPr/>
          <p:nvPr/>
        </p:nvSpPr>
        <p:spPr>
          <a:xfrm>
            <a:off x="3801281" y="3890542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4" name="Google Shape;1104;p61"/>
          <p:cNvSpPr/>
          <p:nvPr/>
        </p:nvSpPr>
        <p:spPr>
          <a:xfrm>
            <a:off x="3801281" y="3971973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105" name="Google Shape;1105;p61"/>
          <p:cNvSpPr/>
          <p:nvPr/>
        </p:nvSpPr>
        <p:spPr>
          <a:xfrm>
            <a:off x="4323638" y="3239092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6" name="Google Shape;1106;p61"/>
          <p:cNvSpPr/>
          <p:nvPr/>
        </p:nvSpPr>
        <p:spPr>
          <a:xfrm>
            <a:off x="4323638" y="3320523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7" name="Google Shape;1107;p61"/>
          <p:cNvSpPr/>
          <p:nvPr/>
        </p:nvSpPr>
        <p:spPr>
          <a:xfrm>
            <a:off x="4323638" y="3401955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8" name="Google Shape;1108;p61"/>
          <p:cNvSpPr/>
          <p:nvPr/>
        </p:nvSpPr>
        <p:spPr>
          <a:xfrm>
            <a:off x="4323638" y="3483386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9" name="Google Shape;1109;p61"/>
          <p:cNvSpPr/>
          <p:nvPr/>
        </p:nvSpPr>
        <p:spPr>
          <a:xfrm>
            <a:off x="4323638" y="3564817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0" name="Google Shape;1110;p61"/>
          <p:cNvSpPr/>
          <p:nvPr/>
        </p:nvSpPr>
        <p:spPr>
          <a:xfrm>
            <a:off x="4323638" y="3646248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1" name="Google Shape;1111;p61"/>
          <p:cNvSpPr/>
          <p:nvPr/>
        </p:nvSpPr>
        <p:spPr>
          <a:xfrm>
            <a:off x="4323638" y="3727680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2" name="Google Shape;1112;p61"/>
          <p:cNvSpPr/>
          <p:nvPr/>
        </p:nvSpPr>
        <p:spPr>
          <a:xfrm>
            <a:off x="4323638" y="3809111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3" name="Google Shape;1113;p61"/>
          <p:cNvSpPr/>
          <p:nvPr/>
        </p:nvSpPr>
        <p:spPr>
          <a:xfrm>
            <a:off x="4323638" y="3890542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4" name="Google Shape;1114;p61"/>
          <p:cNvSpPr/>
          <p:nvPr/>
        </p:nvSpPr>
        <p:spPr>
          <a:xfrm>
            <a:off x="4323638" y="3971973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115" name="Google Shape;1115;p61"/>
          <p:cNvSpPr/>
          <p:nvPr/>
        </p:nvSpPr>
        <p:spPr>
          <a:xfrm>
            <a:off x="4845994" y="3239092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6" name="Google Shape;1116;p61"/>
          <p:cNvSpPr/>
          <p:nvPr/>
        </p:nvSpPr>
        <p:spPr>
          <a:xfrm>
            <a:off x="4845994" y="3320523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7" name="Google Shape;1117;p61"/>
          <p:cNvSpPr/>
          <p:nvPr/>
        </p:nvSpPr>
        <p:spPr>
          <a:xfrm>
            <a:off x="4845994" y="3401955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8" name="Google Shape;1118;p61"/>
          <p:cNvSpPr/>
          <p:nvPr/>
        </p:nvSpPr>
        <p:spPr>
          <a:xfrm>
            <a:off x="4845994" y="3483386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9" name="Google Shape;1119;p61"/>
          <p:cNvSpPr/>
          <p:nvPr/>
        </p:nvSpPr>
        <p:spPr>
          <a:xfrm>
            <a:off x="4845994" y="3564817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0" name="Google Shape;1120;p61"/>
          <p:cNvSpPr/>
          <p:nvPr/>
        </p:nvSpPr>
        <p:spPr>
          <a:xfrm>
            <a:off x="4845994" y="3646248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1" name="Google Shape;1121;p61"/>
          <p:cNvSpPr/>
          <p:nvPr/>
        </p:nvSpPr>
        <p:spPr>
          <a:xfrm>
            <a:off x="4845994" y="3727680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2" name="Google Shape;1122;p61"/>
          <p:cNvSpPr/>
          <p:nvPr/>
        </p:nvSpPr>
        <p:spPr>
          <a:xfrm>
            <a:off x="4845994" y="3809111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3" name="Google Shape;1123;p61"/>
          <p:cNvSpPr/>
          <p:nvPr/>
        </p:nvSpPr>
        <p:spPr>
          <a:xfrm>
            <a:off x="4845994" y="3890542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4" name="Google Shape;1124;p61"/>
          <p:cNvSpPr/>
          <p:nvPr/>
        </p:nvSpPr>
        <p:spPr>
          <a:xfrm>
            <a:off x="4845994" y="3971973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125" name="Google Shape;1125;p61"/>
          <p:cNvSpPr/>
          <p:nvPr/>
        </p:nvSpPr>
        <p:spPr>
          <a:xfrm>
            <a:off x="5368350" y="3239092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6" name="Google Shape;1126;p61"/>
          <p:cNvSpPr/>
          <p:nvPr/>
        </p:nvSpPr>
        <p:spPr>
          <a:xfrm>
            <a:off x="5368350" y="3320523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7" name="Google Shape;1127;p61"/>
          <p:cNvSpPr/>
          <p:nvPr/>
        </p:nvSpPr>
        <p:spPr>
          <a:xfrm>
            <a:off x="5368350" y="3401955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8" name="Google Shape;1128;p61"/>
          <p:cNvSpPr/>
          <p:nvPr/>
        </p:nvSpPr>
        <p:spPr>
          <a:xfrm>
            <a:off x="5368350" y="3483386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9" name="Google Shape;1129;p61"/>
          <p:cNvSpPr/>
          <p:nvPr/>
        </p:nvSpPr>
        <p:spPr>
          <a:xfrm>
            <a:off x="5368350" y="3564817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0" name="Google Shape;1130;p61"/>
          <p:cNvSpPr/>
          <p:nvPr/>
        </p:nvSpPr>
        <p:spPr>
          <a:xfrm>
            <a:off x="5368350" y="3646248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1" name="Google Shape;1131;p61"/>
          <p:cNvSpPr/>
          <p:nvPr/>
        </p:nvSpPr>
        <p:spPr>
          <a:xfrm>
            <a:off x="5368350" y="3727680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2" name="Google Shape;1132;p61"/>
          <p:cNvSpPr/>
          <p:nvPr/>
        </p:nvSpPr>
        <p:spPr>
          <a:xfrm>
            <a:off x="5368350" y="3809111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3" name="Google Shape;1133;p61"/>
          <p:cNvSpPr/>
          <p:nvPr/>
        </p:nvSpPr>
        <p:spPr>
          <a:xfrm>
            <a:off x="5368350" y="3890542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4" name="Google Shape;1134;p61"/>
          <p:cNvSpPr/>
          <p:nvPr/>
        </p:nvSpPr>
        <p:spPr>
          <a:xfrm>
            <a:off x="5368350" y="3971973"/>
            <a:ext cx="430800" cy="285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135" name="Google Shape;1135;p61"/>
          <p:cNvSpPr txBox="1"/>
          <p:nvPr>
            <p:ph idx="6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136" name="Google Shape;1136;p61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pic>
        <p:nvPicPr>
          <p:cNvPr id="1137" name="Google Shape;1137;p6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33460" y="4734378"/>
            <a:ext cx="731888" cy="172209"/>
          </a:xfrm>
          <a:prstGeom prst="rect">
            <a:avLst/>
          </a:prstGeom>
          <a:noFill/>
          <a:ln>
            <a:noFill/>
          </a:ln>
        </p:spPr>
      </p:pic>
      <p:sp>
        <p:nvSpPr>
          <p:cNvPr id="1138" name="Google Shape;1138;p61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39" name="Google Shape;1139;p61"/>
          <p:cNvSpPr txBox="1"/>
          <p:nvPr>
            <p:ph idx="7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data large pie 1">
  <p:cSld name="CUSTOM_4_11_1">
    <p:bg>
      <p:bgPr>
        <a:solidFill>
          <a:srgbClr val="353535"/>
        </a:solidFill>
      </p:bgPr>
    </p:bg>
    <p:spTree>
      <p:nvGrpSpPr>
        <p:cNvPr id="1140" name="Shape 1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41" name="Google Shape;1141;p62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42" name="Google Shape;1142;p62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43" name="Google Shape;1143;p62"/>
          <p:cNvSpPr txBox="1"/>
          <p:nvPr>
            <p:ph idx="1" type="subTitle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144" name="Google Shape;1144;p62"/>
          <p:cNvSpPr txBox="1"/>
          <p:nvPr>
            <p:ph idx="2" type="subTitle"/>
          </p:nvPr>
        </p:nvSpPr>
        <p:spPr>
          <a:xfrm>
            <a:off x="665850" y="1947525"/>
            <a:ext cx="2387100" cy="200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1145" name="Google Shape;1145;p62"/>
          <p:cNvSpPr txBox="1"/>
          <p:nvPr>
            <p:ph idx="3" type="subTitle"/>
          </p:nvPr>
        </p:nvSpPr>
        <p:spPr>
          <a:xfrm>
            <a:off x="6808678" y="2286319"/>
            <a:ext cx="685800" cy="39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146" name="Google Shape;1146;p62"/>
          <p:cNvSpPr txBox="1"/>
          <p:nvPr>
            <p:ph idx="4" type="subTitle"/>
          </p:nvPr>
        </p:nvSpPr>
        <p:spPr>
          <a:xfrm>
            <a:off x="7713384" y="2286319"/>
            <a:ext cx="685800" cy="39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147" name="Google Shape;1147;p62"/>
          <p:cNvSpPr txBox="1"/>
          <p:nvPr>
            <p:ph idx="5" type="subTitle"/>
          </p:nvPr>
        </p:nvSpPr>
        <p:spPr>
          <a:xfrm>
            <a:off x="6808678" y="2881220"/>
            <a:ext cx="685800" cy="39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148" name="Google Shape;1148;p62"/>
          <p:cNvSpPr txBox="1"/>
          <p:nvPr>
            <p:ph idx="6" type="subTitle"/>
          </p:nvPr>
        </p:nvSpPr>
        <p:spPr>
          <a:xfrm>
            <a:off x="7713384" y="2881220"/>
            <a:ext cx="685800" cy="39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149" name="Google Shape;1149;p62"/>
          <p:cNvSpPr txBox="1"/>
          <p:nvPr>
            <p:ph idx="7" type="subTitle"/>
          </p:nvPr>
        </p:nvSpPr>
        <p:spPr>
          <a:xfrm>
            <a:off x="6808678" y="3452645"/>
            <a:ext cx="685800" cy="39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150" name="Google Shape;1150;p62"/>
          <p:cNvSpPr txBox="1"/>
          <p:nvPr>
            <p:ph idx="8" type="subTitle"/>
          </p:nvPr>
        </p:nvSpPr>
        <p:spPr>
          <a:xfrm>
            <a:off x="7713384" y="3452645"/>
            <a:ext cx="685800" cy="39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8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151" name="Google Shape;1151;p62"/>
          <p:cNvSpPr txBox="1"/>
          <p:nvPr>
            <p:ph idx="9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152" name="Google Shape;1152;p62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pic>
        <p:nvPicPr>
          <p:cNvPr id="1153" name="Google Shape;1153;p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33460" y="4734378"/>
            <a:ext cx="731888" cy="172209"/>
          </a:xfrm>
          <a:prstGeom prst="rect">
            <a:avLst/>
          </a:prstGeom>
          <a:noFill/>
          <a:ln>
            <a:noFill/>
          </a:ln>
        </p:spPr>
      </p:pic>
      <p:sp>
        <p:nvSpPr>
          <p:cNvPr id="1154" name="Google Shape;1154;p62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55" name="Google Shape;1155;p62"/>
          <p:cNvSpPr txBox="1"/>
          <p:nvPr>
            <p:ph idx="13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data two callouts 1">
  <p:cSld name="CUSTOM_4_13_1">
    <p:bg>
      <p:bgPr>
        <a:solidFill>
          <a:srgbClr val="353535"/>
        </a:solidFill>
      </p:bgPr>
    </p:bg>
    <p:spTree>
      <p:nvGrpSpPr>
        <p:cNvPr id="1156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p63"/>
          <p:cNvSpPr txBox="1"/>
          <p:nvPr>
            <p:ph idx="1" type="subTitle"/>
          </p:nvPr>
        </p:nvSpPr>
        <p:spPr>
          <a:xfrm>
            <a:off x="3416662" y="1827319"/>
            <a:ext cx="2261100" cy="93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1pPr>
            <a:lvl2pPr lvl="1" rtl="0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2pPr>
            <a:lvl3pPr lvl="2" rtl="0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3pPr>
            <a:lvl4pPr lvl="3" rtl="0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4pPr>
            <a:lvl5pPr lvl="4" rtl="0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5pPr>
            <a:lvl6pPr lvl="5" rtl="0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6pPr>
            <a:lvl7pPr lvl="6" rtl="0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8pPr>
            <a:lvl9pPr lvl="8" rtl="0">
              <a:spcBef>
                <a:spcPts val="400"/>
              </a:spcBef>
              <a:spcAft>
                <a:spcPts val="400"/>
              </a:spcAft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158" name="Google Shape;1158;p63"/>
          <p:cNvSpPr txBox="1"/>
          <p:nvPr>
            <p:ph idx="2" type="subTitle"/>
          </p:nvPr>
        </p:nvSpPr>
        <p:spPr>
          <a:xfrm>
            <a:off x="5979694" y="1827319"/>
            <a:ext cx="2261100" cy="93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1pPr>
            <a:lvl2pPr lvl="1" rtl="0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2pPr>
            <a:lvl3pPr lvl="2" rtl="0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3pPr>
            <a:lvl4pPr lvl="3" rtl="0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4pPr>
            <a:lvl5pPr lvl="4" rtl="0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5pPr>
            <a:lvl6pPr lvl="5" rtl="0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6pPr>
            <a:lvl7pPr lvl="6" rtl="0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chemeClr val="accent1"/>
                </a:solidFill>
              </a:defRPr>
            </a:lvl8pPr>
            <a:lvl9pPr lvl="8" rtl="0">
              <a:spcBef>
                <a:spcPts val="400"/>
              </a:spcBef>
              <a:spcAft>
                <a:spcPts val="400"/>
              </a:spcAft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cxnSp>
        <p:nvCxnSpPr>
          <p:cNvPr id="1159" name="Google Shape;1159;p63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60" name="Google Shape;1160;p63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61" name="Google Shape;1161;p63"/>
          <p:cNvSpPr txBox="1"/>
          <p:nvPr>
            <p:ph idx="3" type="subTitle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162" name="Google Shape;1162;p63"/>
          <p:cNvSpPr txBox="1"/>
          <p:nvPr>
            <p:ph idx="4" type="subTitle"/>
          </p:nvPr>
        </p:nvSpPr>
        <p:spPr>
          <a:xfrm>
            <a:off x="665850" y="1947525"/>
            <a:ext cx="2387100" cy="200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cxnSp>
        <p:nvCxnSpPr>
          <p:cNvPr id="1163" name="Google Shape;1163;p63"/>
          <p:cNvCxnSpPr/>
          <p:nvPr/>
        </p:nvCxnSpPr>
        <p:spPr>
          <a:xfrm>
            <a:off x="5914388" y="2758013"/>
            <a:ext cx="0" cy="10536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164" name="Google Shape;1164;p63"/>
          <p:cNvSpPr txBox="1"/>
          <p:nvPr>
            <p:ph idx="5" type="subTitle"/>
          </p:nvPr>
        </p:nvSpPr>
        <p:spPr>
          <a:xfrm>
            <a:off x="3465563" y="2758041"/>
            <a:ext cx="2212200" cy="241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165" name="Google Shape;1165;p63"/>
          <p:cNvSpPr txBox="1"/>
          <p:nvPr>
            <p:ph idx="6" type="subTitle"/>
          </p:nvPr>
        </p:nvSpPr>
        <p:spPr>
          <a:xfrm>
            <a:off x="3465563" y="3124959"/>
            <a:ext cx="22122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1pPr>
            <a:lvl2pPr lvl="1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2pPr>
            <a:lvl3pPr lvl="2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3pPr>
            <a:lvl4pPr lvl="3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4pPr>
            <a:lvl5pPr lvl="4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5pPr>
            <a:lvl6pPr lvl="5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6pPr>
            <a:lvl7pPr lvl="6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8pPr>
            <a:lvl9pPr lvl="8" rtl="0">
              <a:spcBef>
                <a:spcPts val="400"/>
              </a:spcBef>
              <a:spcAft>
                <a:spcPts val="400"/>
              </a:spcAft>
              <a:buNone/>
              <a:defRPr sz="11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166" name="Google Shape;1166;p63"/>
          <p:cNvSpPr txBox="1"/>
          <p:nvPr>
            <p:ph idx="7" type="subTitle"/>
          </p:nvPr>
        </p:nvSpPr>
        <p:spPr>
          <a:xfrm>
            <a:off x="6038381" y="2758041"/>
            <a:ext cx="2212200" cy="241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167" name="Google Shape;1167;p63"/>
          <p:cNvSpPr txBox="1"/>
          <p:nvPr>
            <p:ph idx="8" type="subTitle"/>
          </p:nvPr>
        </p:nvSpPr>
        <p:spPr>
          <a:xfrm>
            <a:off x="6038381" y="3124959"/>
            <a:ext cx="22122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1pPr>
            <a:lvl2pPr lvl="1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2pPr>
            <a:lvl3pPr lvl="2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3pPr>
            <a:lvl4pPr lvl="3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4pPr>
            <a:lvl5pPr lvl="4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5pPr>
            <a:lvl6pPr lvl="5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6pPr>
            <a:lvl7pPr lvl="6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8pPr>
            <a:lvl9pPr lvl="8" rtl="0">
              <a:spcBef>
                <a:spcPts val="400"/>
              </a:spcBef>
              <a:spcAft>
                <a:spcPts val="400"/>
              </a:spcAft>
              <a:buNone/>
              <a:defRPr sz="11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168" name="Google Shape;1168;p63"/>
          <p:cNvSpPr txBox="1"/>
          <p:nvPr>
            <p:ph idx="9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169" name="Google Shape;1169;p63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pic>
        <p:nvPicPr>
          <p:cNvPr id="1170" name="Google Shape;1170;p6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33460" y="4734378"/>
            <a:ext cx="731888" cy="1722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1" name="Google Shape;1171;p63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72" name="Google Shape;1172;p63"/>
          <p:cNvSpPr txBox="1"/>
          <p:nvPr>
            <p:ph idx="13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data three callouts 1">
  <p:cSld name="CUSTOM_4_14_1">
    <p:bg>
      <p:bgPr>
        <a:solidFill>
          <a:srgbClr val="353535"/>
        </a:solidFill>
      </p:bgPr>
    </p:bg>
    <p:spTree>
      <p:nvGrpSpPr>
        <p:cNvPr id="1173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Google Shape;1174;p64"/>
          <p:cNvSpPr txBox="1"/>
          <p:nvPr>
            <p:ph idx="1" type="subTitle"/>
          </p:nvPr>
        </p:nvSpPr>
        <p:spPr>
          <a:xfrm>
            <a:off x="756675" y="1827319"/>
            <a:ext cx="2261100" cy="93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rgbClr val="EE0000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rgbClr val="EE0000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rgbClr val="EE0000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rgbClr val="EE0000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rgbClr val="EE0000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rgbClr val="EE0000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rgbClr val="EE0000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rgbClr val="EE0000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6000">
                <a:solidFill>
                  <a:srgbClr val="EE0000"/>
                </a:solidFill>
              </a:defRPr>
            </a:lvl9pPr>
          </a:lstStyle>
          <a:p/>
        </p:txBody>
      </p:sp>
      <p:sp>
        <p:nvSpPr>
          <p:cNvPr id="1175" name="Google Shape;1175;p64"/>
          <p:cNvSpPr txBox="1"/>
          <p:nvPr>
            <p:ph idx="2" type="subTitle"/>
          </p:nvPr>
        </p:nvSpPr>
        <p:spPr>
          <a:xfrm>
            <a:off x="3441488" y="1827319"/>
            <a:ext cx="2261100" cy="93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rgbClr val="EE0000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rgbClr val="FFFFFF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rgbClr val="FFFFFF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rgbClr val="FFFFFF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rgbClr val="FFFFFF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rgbClr val="FFFFFF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rgbClr val="FFFFFF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rgbClr val="FFFFFF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60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176" name="Google Shape;1176;p64"/>
          <p:cNvSpPr txBox="1"/>
          <p:nvPr>
            <p:ph idx="3" type="subTitle"/>
          </p:nvPr>
        </p:nvSpPr>
        <p:spPr>
          <a:xfrm>
            <a:off x="6126263" y="1827319"/>
            <a:ext cx="2261100" cy="93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rgbClr val="EE0000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rgbClr val="EE0000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rgbClr val="EE0000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rgbClr val="EE0000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rgbClr val="EE0000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rgbClr val="EE0000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rgbClr val="EE0000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6000">
                <a:solidFill>
                  <a:srgbClr val="EE0000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6000">
                <a:solidFill>
                  <a:srgbClr val="EE0000"/>
                </a:solidFill>
              </a:defRPr>
            </a:lvl9pPr>
          </a:lstStyle>
          <a:p/>
        </p:txBody>
      </p:sp>
      <p:cxnSp>
        <p:nvCxnSpPr>
          <p:cNvPr id="1177" name="Google Shape;1177;p64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8" name="Google Shape;1178;p64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79" name="Google Shape;1179;p64"/>
          <p:cNvSpPr txBox="1"/>
          <p:nvPr>
            <p:ph idx="4" type="subTitle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EE0000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EE0000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EE0000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EE0000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EE0000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EE0000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EE0000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EE0000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EE0000"/>
                </a:solidFill>
              </a:defRPr>
            </a:lvl9pPr>
          </a:lstStyle>
          <a:p/>
        </p:txBody>
      </p:sp>
      <p:cxnSp>
        <p:nvCxnSpPr>
          <p:cNvPr id="1180" name="Google Shape;1180;p64"/>
          <p:cNvCxnSpPr/>
          <p:nvPr/>
        </p:nvCxnSpPr>
        <p:spPr>
          <a:xfrm>
            <a:off x="3229609" y="1995769"/>
            <a:ext cx="0" cy="19173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1181" name="Google Shape;1181;p64"/>
          <p:cNvCxnSpPr/>
          <p:nvPr/>
        </p:nvCxnSpPr>
        <p:spPr>
          <a:xfrm>
            <a:off x="5914384" y="1995769"/>
            <a:ext cx="0" cy="19173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182" name="Google Shape;1182;p64"/>
          <p:cNvSpPr txBox="1"/>
          <p:nvPr>
            <p:ph idx="5" type="subTitle"/>
          </p:nvPr>
        </p:nvSpPr>
        <p:spPr>
          <a:xfrm>
            <a:off x="3351225" y="2757900"/>
            <a:ext cx="2441400" cy="241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183" name="Google Shape;1183;p64"/>
          <p:cNvSpPr txBox="1"/>
          <p:nvPr>
            <p:ph idx="6" type="subTitle"/>
          </p:nvPr>
        </p:nvSpPr>
        <p:spPr>
          <a:xfrm>
            <a:off x="3351300" y="3124819"/>
            <a:ext cx="24414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1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184" name="Google Shape;1184;p64"/>
          <p:cNvSpPr txBox="1"/>
          <p:nvPr>
            <p:ph idx="7" type="subTitle"/>
          </p:nvPr>
        </p:nvSpPr>
        <p:spPr>
          <a:xfrm>
            <a:off x="6036000" y="2757900"/>
            <a:ext cx="2441400" cy="241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185" name="Google Shape;1185;p64"/>
          <p:cNvSpPr txBox="1"/>
          <p:nvPr>
            <p:ph idx="8" type="subTitle"/>
          </p:nvPr>
        </p:nvSpPr>
        <p:spPr>
          <a:xfrm>
            <a:off x="6036075" y="3124819"/>
            <a:ext cx="24414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1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186" name="Google Shape;1186;p64"/>
          <p:cNvSpPr txBox="1"/>
          <p:nvPr>
            <p:ph idx="9" type="subTitle"/>
          </p:nvPr>
        </p:nvSpPr>
        <p:spPr>
          <a:xfrm>
            <a:off x="666450" y="2757900"/>
            <a:ext cx="2441400" cy="241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187" name="Google Shape;1187;p64"/>
          <p:cNvSpPr txBox="1"/>
          <p:nvPr>
            <p:ph idx="13" type="subTitle"/>
          </p:nvPr>
        </p:nvSpPr>
        <p:spPr>
          <a:xfrm>
            <a:off x="666525" y="3124819"/>
            <a:ext cx="24414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100">
                <a:solidFill>
                  <a:srgbClr val="FFFFFF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1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188" name="Google Shape;1188;p64"/>
          <p:cNvSpPr txBox="1"/>
          <p:nvPr>
            <p:ph idx="14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189" name="Google Shape;1189;p64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pic>
        <p:nvPicPr>
          <p:cNvPr id="1190" name="Google Shape;1190;p6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33460" y="4734378"/>
            <a:ext cx="731888" cy="172209"/>
          </a:xfrm>
          <a:prstGeom prst="rect">
            <a:avLst/>
          </a:prstGeom>
          <a:noFill/>
          <a:ln>
            <a:noFill/>
          </a:ln>
        </p:spPr>
      </p:pic>
      <p:sp>
        <p:nvSpPr>
          <p:cNvPr id="1191" name="Google Shape;1191;p64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92" name="Google Shape;1192;p64"/>
          <p:cNvSpPr txBox="1"/>
          <p:nvPr>
            <p:ph idx="15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meline horizontal 1">
  <p:cSld name="CUSTOM_4_15_1">
    <p:bg>
      <p:bgPr>
        <a:solidFill>
          <a:srgbClr val="353535"/>
        </a:solidFill>
      </p:bgPr>
    </p:bg>
    <p:spTree>
      <p:nvGrpSpPr>
        <p:cNvPr id="1193" name="Shape 1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94" name="Google Shape;1194;p65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95" name="Google Shape;1195;p65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96" name="Google Shape;1196;p65"/>
          <p:cNvSpPr txBox="1"/>
          <p:nvPr>
            <p:ph idx="1" type="subTitle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197" name="Google Shape;1197;p65"/>
          <p:cNvSpPr txBox="1"/>
          <p:nvPr>
            <p:ph idx="2" type="subTitle"/>
          </p:nvPr>
        </p:nvSpPr>
        <p:spPr>
          <a:xfrm>
            <a:off x="1531819" y="1873120"/>
            <a:ext cx="1580100" cy="284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198" name="Google Shape;1198;p65"/>
          <p:cNvSpPr txBox="1"/>
          <p:nvPr>
            <p:ph idx="3" type="subTitle"/>
          </p:nvPr>
        </p:nvSpPr>
        <p:spPr>
          <a:xfrm>
            <a:off x="1531819" y="2177606"/>
            <a:ext cx="1580100" cy="50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199" name="Google Shape;1199;p65"/>
          <p:cNvSpPr txBox="1"/>
          <p:nvPr>
            <p:ph idx="4" type="subTitle"/>
          </p:nvPr>
        </p:nvSpPr>
        <p:spPr>
          <a:xfrm>
            <a:off x="1197356" y="3302681"/>
            <a:ext cx="732000" cy="176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100">
                <a:solidFill>
                  <a:srgbClr val="FFFFFF"/>
                </a:solidFill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100">
                <a:solidFill>
                  <a:srgbClr val="FFFFFF"/>
                </a:solidFill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100">
                <a:solidFill>
                  <a:srgbClr val="FFFFFF"/>
                </a:solidFill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100">
                <a:solidFill>
                  <a:srgbClr val="FFFFFF"/>
                </a:solidFill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100">
                <a:solidFill>
                  <a:srgbClr val="FFFFFF"/>
                </a:solidFill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100">
                <a:solidFill>
                  <a:srgbClr val="FFFFFF"/>
                </a:solidFill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100">
                <a:solidFill>
                  <a:srgbClr val="FFFFFF"/>
                </a:solidFill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100">
                <a:solidFill>
                  <a:srgbClr val="FFFFFF"/>
                </a:solidFill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1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200" name="Google Shape;1200;p65"/>
          <p:cNvSpPr txBox="1"/>
          <p:nvPr>
            <p:ph idx="5" type="subTitle"/>
          </p:nvPr>
        </p:nvSpPr>
        <p:spPr>
          <a:xfrm>
            <a:off x="2459231" y="2919383"/>
            <a:ext cx="732000" cy="176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100">
                <a:solidFill>
                  <a:srgbClr val="FFFFFF"/>
                </a:solidFill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100">
                <a:solidFill>
                  <a:srgbClr val="FFFFFF"/>
                </a:solidFill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100">
                <a:solidFill>
                  <a:srgbClr val="FFFFFF"/>
                </a:solidFill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100">
                <a:solidFill>
                  <a:srgbClr val="FFFFFF"/>
                </a:solidFill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100">
                <a:solidFill>
                  <a:srgbClr val="FFFFFF"/>
                </a:solidFill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100">
                <a:solidFill>
                  <a:srgbClr val="FFFFFF"/>
                </a:solidFill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100">
                <a:solidFill>
                  <a:srgbClr val="FFFFFF"/>
                </a:solidFill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100">
                <a:solidFill>
                  <a:srgbClr val="FFFFFF"/>
                </a:solidFill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1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201" name="Google Shape;1201;p65"/>
          <p:cNvSpPr txBox="1"/>
          <p:nvPr>
            <p:ph idx="6" type="subTitle"/>
          </p:nvPr>
        </p:nvSpPr>
        <p:spPr>
          <a:xfrm>
            <a:off x="1285069" y="3564541"/>
            <a:ext cx="1580100" cy="284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202" name="Google Shape;1202;p65"/>
          <p:cNvSpPr txBox="1"/>
          <p:nvPr>
            <p:ph idx="7" type="subTitle"/>
          </p:nvPr>
        </p:nvSpPr>
        <p:spPr>
          <a:xfrm>
            <a:off x="1285069" y="3869028"/>
            <a:ext cx="1580100" cy="50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1pPr>
            <a:lvl2pPr lvl="1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2pPr>
            <a:lvl3pPr lvl="2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3pPr>
            <a:lvl4pPr lvl="3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4pPr>
            <a:lvl5pPr lvl="4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5pPr>
            <a:lvl6pPr lvl="5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6pPr>
            <a:lvl7pPr lvl="6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7pPr>
            <a:lvl8pPr lvl="7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8pPr>
            <a:lvl9pPr lvl="8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203" name="Google Shape;1203;p65"/>
          <p:cNvSpPr txBox="1"/>
          <p:nvPr>
            <p:ph idx="8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 Medium"/>
              <a:buNone/>
              <a:defRPr sz="8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204" name="Google Shape;1204;p65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pic>
        <p:nvPicPr>
          <p:cNvPr id="1205" name="Google Shape;1205;p6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33460" y="4734378"/>
            <a:ext cx="731888" cy="172209"/>
          </a:xfrm>
          <a:prstGeom prst="rect">
            <a:avLst/>
          </a:prstGeom>
          <a:noFill/>
          <a:ln>
            <a:noFill/>
          </a:ln>
        </p:spPr>
      </p:pic>
      <p:sp>
        <p:nvSpPr>
          <p:cNvPr id="1206" name="Google Shape;1206;p65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buNone/>
              <a:defRPr sz="600">
                <a:solidFill>
                  <a:srgbClr val="FFFFFF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07" name="Google Shape;1207;p65"/>
          <p:cNvSpPr txBox="1"/>
          <p:nvPr>
            <p:ph idx="9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FFFF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tle 1 1">
  <p:cSld name="CUSTOM_4_28">
    <p:spTree>
      <p:nvGrpSpPr>
        <p:cNvPr id="1208" name="Shape 1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9" name="Google Shape;1209;p66"/>
          <p:cNvSpPr txBox="1"/>
          <p:nvPr>
            <p:ph idx="1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1210" name="Google Shape;1210;p66"/>
          <p:cNvSpPr txBox="1"/>
          <p:nvPr>
            <p:ph type="title"/>
          </p:nvPr>
        </p:nvSpPr>
        <p:spPr>
          <a:xfrm>
            <a:off x="663788" y="653813"/>
            <a:ext cx="7816500" cy="4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cxnSp>
        <p:nvCxnSpPr>
          <p:cNvPr id="1211" name="Google Shape;1211;p66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12" name="Google Shape;1212;p66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13" name="Google Shape;1213;p66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14" name="Google Shape;1214;p66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1215" name="Google Shape;1215;p66"/>
          <p:cNvSpPr txBox="1"/>
          <p:nvPr>
            <p:ph idx="2" type="subTitle"/>
          </p:nvPr>
        </p:nvSpPr>
        <p:spPr>
          <a:xfrm>
            <a:off x="663844" y="1068713"/>
            <a:ext cx="7816500" cy="52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216" name="Google Shape;1216;p66"/>
          <p:cNvSpPr txBox="1"/>
          <p:nvPr>
            <p:ph idx="3" type="subTitle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17" name="Shape 1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" name="Google Shape;1218;p6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/>
        </p:txBody>
      </p:sp>
      <p:sp>
        <p:nvSpPr>
          <p:cNvPr id="1219" name="Google Shape;1219;p67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white 14">
  <p:cSld name="CUSTOM_4_17_3">
    <p:spTree>
      <p:nvGrpSpPr>
        <p:cNvPr id="1220" name="Shape 1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1" name="Google Shape;1221;p68"/>
          <p:cNvSpPr txBox="1"/>
          <p:nvPr>
            <p:ph type="title"/>
          </p:nvPr>
        </p:nvSpPr>
        <p:spPr>
          <a:xfrm>
            <a:off x="1314450" y="709500"/>
            <a:ext cx="6515100" cy="72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9pPr>
          </a:lstStyle>
          <a:p/>
        </p:txBody>
      </p:sp>
      <p:cxnSp>
        <p:nvCxnSpPr>
          <p:cNvPr id="1222" name="Google Shape;1222;p68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23" name="Google Shape;1223;p68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24" name="Google Shape;1224;p68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tle 1 1 1">
  <p:cSld name="CUSTOM_4_19_2">
    <p:spTree>
      <p:nvGrpSpPr>
        <p:cNvPr id="1225" name="Shape 1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" name="Google Shape;1226;p69"/>
          <p:cNvSpPr txBox="1"/>
          <p:nvPr>
            <p:ph idx="1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1227" name="Google Shape;1227;p69"/>
          <p:cNvSpPr txBox="1"/>
          <p:nvPr>
            <p:ph type="title"/>
          </p:nvPr>
        </p:nvSpPr>
        <p:spPr>
          <a:xfrm>
            <a:off x="663788" y="653813"/>
            <a:ext cx="7816500" cy="4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cxnSp>
        <p:nvCxnSpPr>
          <p:cNvPr id="1228" name="Google Shape;1228;p69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9" name="Google Shape;1229;p69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30" name="Google Shape;1230;p69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1231" name="Google Shape;1231;p69"/>
          <p:cNvSpPr txBox="1"/>
          <p:nvPr>
            <p:ph idx="2" type="subTitle"/>
          </p:nvPr>
        </p:nvSpPr>
        <p:spPr>
          <a:xfrm>
            <a:off x="663844" y="1068713"/>
            <a:ext cx="7816500" cy="52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232" name="Google Shape;1232;p69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6ths and 3rds Sophie">
  <p:cSld name="Blank 6ths and 3rds Sophie">
    <p:spTree>
      <p:nvGrpSpPr>
        <p:cNvPr id="1233" name="Shape 1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81JS7oOyvtB4cCuWdwQlnS0VheDG5D0-a5c2frRRGQB0UI49fwMk4X_mmcvyxxlEV7ORPZWP_0Xpu49-ICpDP9blo9Vf9G33awW6kuBkPhiNYB44F1BYHAUR60FS-l3DW0nszQ_7hqA.png" id="1234" name="Google Shape;1234;p7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134880" y="4770470"/>
            <a:ext cx="801945" cy="189694"/>
          </a:xfrm>
          <a:prstGeom prst="rect">
            <a:avLst/>
          </a:prstGeom>
          <a:noFill/>
          <a:ln>
            <a:noFill/>
          </a:ln>
        </p:spPr>
      </p:pic>
      <p:sp>
        <p:nvSpPr>
          <p:cNvPr id="1235" name="Google Shape;1235;p70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white 14 1">
  <p:cSld name="CUSTOM_4_17_4">
    <p:spTree>
      <p:nvGrpSpPr>
        <p:cNvPr id="1236" name="Shape 1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7" name="Google Shape;1237;p71"/>
          <p:cNvSpPr txBox="1"/>
          <p:nvPr>
            <p:ph type="title"/>
          </p:nvPr>
        </p:nvSpPr>
        <p:spPr>
          <a:xfrm>
            <a:off x="1314450" y="709500"/>
            <a:ext cx="6515100" cy="72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9pPr>
          </a:lstStyle>
          <a:p/>
        </p:txBody>
      </p:sp>
      <p:cxnSp>
        <p:nvCxnSpPr>
          <p:cNvPr id="1238" name="Google Shape;1238;p71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39" name="Google Shape;1239;p71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1240" name="Google Shape;1240;p71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41" name="Shape 1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2" name="Google Shape;1242;p72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white 2 1">
  <p:cSld name="CUSTOM_4_100">
    <p:spTree>
      <p:nvGrpSpPr>
        <p:cNvPr id="1243" name="Shape 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" name="Google Shape;1244;p73"/>
          <p:cNvSpPr txBox="1"/>
          <p:nvPr>
            <p:ph type="title"/>
          </p:nvPr>
        </p:nvSpPr>
        <p:spPr>
          <a:xfrm>
            <a:off x="1314450" y="709500"/>
            <a:ext cx="6515100" cy="72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9pPr>
          </a:lstStyle>
          <a:p/>
        </p:txBody>
      </p:sp>
      <p:cxnSp>
        <p:nvCxnSpPr>
          <p:cNvPr id="1245" name="Google Shape;1245;p73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46" name="Google Shape;1246;p73"/>
          <p:cNvSpPr txBox="1"/>
          <p:nvPr>
            <p:ph idx="1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/>
        </p:txBody>
      </p:sp>
      <p:cxnSp>
        <p:nvCxnSpPr>
          <p:cNvPr id="1247" name="Google Shape;1247;p73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48" name="Google Shape;1248;p73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49" name="Google Shape;1249;p73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white 1 1">
  <p:cSld name="CUSTOM_4_2_4">
    <p:spTree>
      <p:nvGrpSpPr>
        <p:cNvPr id="1250" name="Shape 1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1" name="Google Shape;1251;p74"/>
          <p:cNvSpPr txBox="1"/>
          <p:nvPr>
            <p:ph type="title"/>
          </p:nvPr>
        </p:nvSpPr>
        <p:spPr>
          <a:xfrm>
            <a:off x="1314450" y="709500"/>
            <a:ext cx="6515100" cy="72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9pPr>
          </a:lstStyle>
          <a:p/>
        </p:txBody>
      </p:sp>
      <p:cxnSp>
        <p:nvCxnSpPr>
          <p:cNvPr id="1252" name="Google Shape;1252;p74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3" name="Google Shape;1253;p74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54" name="Google Shape;1254;p74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55" name="Google Shape;1255;p74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white 3">
  <p:cSld name="CUSTOM_4_101">
    <p:spTree>
      <p:nvGrpSpPr>
        <p:cNvPr id="1256" name="Shape 1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p75"/>
          <p:cNvSpPr txBox="1"/>
          <p:nvPr>
            <p:ph type="title"/>
          </p:nvPr>
        </p:nvSpPr>
        <p:spPr>
          <a:xfrm>
            <a:off x="1314450" y="709500"/>
            <a:ext cx="6515100" cy="72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9pPr>
          </a:lstStyle>
          <a:p/>
        </p:txBody>
      </p:sp>
      <p:cxnSp>
        <p:nvCxnSpPr>
          <p:cNvPr id="1258" name="Google Shape;1258;p75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59" name="Google Shape;1259;p75"/>
          <p:cNvSpPr txBox="1"/>
          <p:nvPr>
            <p:ph idx="1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Red Hat Display"/>
              <a:buNone/>
              <a:defRPr sz="700">
                <a:solidFill>
                  <a:srgbClr val="EE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Red Hat Display"/>
              <a:buNone/>
              <a:defRPr sz="700">
                <a:solidFill>
                  <a:srgbClr val="EE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Red Hat Display"/>
              <a:buNone/>
              <a:defRPr sz="700">
                <a:solidFill>
                  <a:srgbClr val="EE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Red Hat Display"/>
              <a:buNone/>
              <a:defRPr sz="700">
                <a:solidFill>
                  <a:srgbClr val="EE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Red Hat Display"/>
              <a:buNone/>
              <a:defRPr sz="700">
                <a:solidFill>
                  <a:srgbClr val="EE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Red Hat Display"/>
              <a:buNone/>
              <a:defRPr sz="700">
                <a:solidFill>
                  <a:srgbClr val="EE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Red Hat Display"/>
              <a:buNone/>
              <a:defRPr sz="700">
                <a:solidFill>
                  <a:srgbClr val="EE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Red Hat Display"/>
              <a:buNone/>
              <a:defRPr sz="700">
                <a:solidFill>
                  <a:srgbClr val="EE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Red Hat Display"/>
              <a:buNone/>
              <a:defRPr sz="700">
                <a:solidFill>
                  <a:srgbClr val="EE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cxnSp>
        <p:nvCxnSpPr>
          <p:cNvPr id="1260" name="Google Shape;1260;p75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61" name="Google Shape;1261;p75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1262" name="Google Shape;1262;p75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white 4">
  <p:cSld name="CUSTOM_4_102">
    <p:spTree>
      <p:nvGrpSpPr>
        <p:cNvPr id="1263" name="Shape 1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4" name="Google Shape;1264;p76"/>
          <p:cNvSpPr txBox="1"/>
          <p:nvPr>
            <p:ph type="title"/>
          </p:nvPr>
        </p:nvSpPr>
        <p:spPr>
          <a:xfrm>
            <a:off x="1314450" y="709500"/>
            <a:ext cx="6515100" cy="72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9pPr>
          </a:lstStyle>
          <a:p/>
        </p:txBody>
      </p:sp>
      <p:cxnSp>
        <p:nvCxnSpPr>
          <p:cNvPr id="1265" name="Google Shape;1265;p76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66" name="Google Shape;1266;p76"/>
          <p:cNvSpPr txBox="1"/>
          <p:nvPr>
            <p:ph idx="1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/>
        </p:txBody>
      </p:sp>
      <p:cxnSp>
        <p:nvCxnSpPr>
          <p:cNvPr id="1267" name="Google Shape;1267;p76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68" name="Google Shape;1268;p76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1269" name="Google Shape;1269;p76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tle 2">
  <p:cSld name="CUSTOM_4_21_1">
    <p:spTree>
      <p:nvGrpSpPr>
        <p:cNvPr id="1270" name="Shape 1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1" name="Google Shape;1271;p77"/>
          <p:cNvSpPr txBox="1"/>
          <p:nvPr>
            <p:ph idx="1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22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1272" name="Google Shape;1272;p77"/>
          <p:cNvSpPr txBox="1"/>
          <p:nvPr>
            <p:ph type="title"/>
          </p:nvPr>
        </p:nvSpPr>
        <p:spPr>
          <a:xfrm>
            <a:off x="663788" y="425213"/>
            <a:ext cx="7816500" cy="30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cxnSp>
        <p:nvCxnSpPr>
          <p:cNvPr id="1273" name="Google Shape;1273;p77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74" name="Google Shape;1274;p77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75" name="Google Shape;1275;p77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76" name="Google Shape;1276;p77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705" cy="171048"/>
          </a:xfrm>
          <a:prstGeom prst="rect">
            <a:avLst/>
          </a:prstGeom>
          <a:noFill/>
          <a:ln>
            <a:noFill/>
          </a:ln>
        </p:spPr>
      </p:pic>
      <p:sp>
        <p:nvSpPr>
          <p:cNvPr id="1277" name="Google Shape;1277;p77"/>
          <p:cNvSpPr txBox="1"/>
          <p:nvPr>
            <p:ph idx="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tle 2 1">
  <p:cSld name="CUSTOM_4_21_2">
    <p:spTree>
      <p:nvGrpSpPr>
        <p:cNvPr id="1278" name="Shape 1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9" name="Google Shape;1279;p78"/>
          <p:cNvSpPr txBox="1"/>
          <p:nvPr>
            <p:ph idx="1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22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1280" name="Google Shape;1280;p78"/>
          <p:cNvSpPr txBox="1"/>
          <p:nvPr>
            <p:ph type="title"/>
          </p:nvPr>
        </p:nvSpPr>
        <p:spPr>
          <a:xfrm>
            <a:off x="663788" y="425213"/>
            <a:ext cx="7816500" cy="30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cxnSp>
        <p:nvCxnSpPr>
          <p:cNvPr id="1281" name="Google Shape;1281;p78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2" name="Google Shape;1282;p78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3" name="Google Shape;1283;p78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705" cy="171048"/>
          </a:xfrm>
          <a:prstGeom prst="rect">
            <a:avLst/>
          </a:prstGeom>
          <a:noFill/>
          <a:ln>
            <a:noFill/>
          </a:ln>
        </p:spPr>
      </p:pic>
      <p:sp>
        <p:nvSpPr>
          <p:cNvPr id="1284" name="Google Shape;1284;p78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tle 2 2">
  <p:cSld name="CUSTOM_4_21_3">
    <p:spTree>
      <p:nvGrpSpPr>
        <p:cNvPr id="1285" name="Shape 1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6" name="Google Shape;1286;p79"/>
          <p:cNvSpPr txBox="1"/>
          <p:nvPr>
            <p:ph idx="1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22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1287" name="Google Shape;1287;p79"/>
          <p:cNvSpPr txBox="1"/>
          <p:nvPr>
            <p:ph type="title"/>
          </p:nvPr>
        </p:nvSpPr>
        <p:spPr>
          <a:xfrm>
            <a:off x="663788" y="425213"/>
            <a:ext cx="7816500" cy="30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cxnSp>
        <p:nvCxnSpPr>
          <p:cNvPr id="1288" name="Google Shape;1288;p79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9" name="Google Shape;1289;p79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90" name="Google Shape;1290;p79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705" cy="171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tle 3">
  <p:cSld name="CUSTOM_4_103">
    <p:spTree>
      <p:nvGrpSpPr>
        <p:cNvPr id="1291" name="Shape 1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2" name="Google Shape;1292;p80"/>
          <p:cNvSpPr txBox="1"/>
          <p:nvPr>
            <p:ph idx="1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sp>
        <p:nvSpPr>
          <p:cNvPr id="1293" name="Google Shape;1293;p80"/>
          <p:cNvSpPr txBox="1"/>
          <p:nvPr>
            <p:ph type="title"/>
          </p:nvPr>
        </p:nvSpPr>
        <p:spPr>
          <a:xfrm>
            <a:off x="663788" y="653813"/>
            <a:ext cx="7816500" cy="4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cxnSp>
        <p:nvCxnSpPr>
          <p:cNvPr id="1294" name="Google Shape;1294;p80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5" name="Google Shape;1295;p80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96" name="Google Shape;1296;p80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1297" name="Google Shape;1297;p80"/>
          <p:cNvSpPr txBox="1"/>
          <p:nvPr>
            <p:ph idx="2" type="subTitle"/>
          </p:nvPr>
        </p:nvSpPr>
        <p:spPr>
          <a:xfrm>
            <a:off x="663844" y="1068713"/>
            <a:ext cx="7816500" cy="52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298" name="Google Shape;1298;p80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itle 1 1 2">
  <p:cSld name="CUSTOM_4_21_4">
    <p:spTree>
      <p:nvGrpSpPr>
        <p:cNvPr id="1299" name="Shape 1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" name="Google Shape;1300;p81"/>
          <p:cNvSpPr txBox="1"/>
          <p:nvPr>
            <p:ph idx="1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/>
        </p:txBody>
      </p:sp>
      <p:cxnSp>
        <p:nvCxnSpPr>
          <p:cNvPr id="1301" name="Google Shape;1301;p81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02" name="Google Shape;1302;p81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03" name="Google Shape;1303;p81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04" name="Google Shape;1304;p81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1305" name="Google Shape;1305;p81"/>
          <p:cNvSpPr txBox="1"/>
          <p:nvPr>
            <p:ph idx="2" type="subTitle"/>
          </p:nvPr>
        </p:nvSpPr>
        <p:spPr>
          <a:xfrm>
            <a:off x="663788" y="4627163"/>
            <a:ext cx="6001800" cy="420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06" name="Google Shape;1306;p81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1307" name="Google Shape;1307;p81"/>
          <p:cNvSpPr txBox="1"/>
          <p:nvPr>
            <p:ph idx="3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white 1 2">
  <p:cSld name="CUSTOM_4_23_1">
    <p:spTree>
      <p:nvGrpSpPr>
        <p:cNvPr id="1308" name="Shape 1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9" name="Google Shape;1309;p82"/>
          <p:cNvSpPr txBox="1"/>
          <p:nvPr>
            <p:ph type="title"/>
          </p:nvPr>
        </p:nvSpPr>
        <p:spPr>
          <a:xfrm>
            <a:off x="1314450" y="709500"/>
            <a:ext cx="6515100" cy="72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9pPr>
          </a:lstStyle>
          <a:p/>
        </p:txBody>
      </p:sp>
      <p:cxnSp>
        <p:nvCxnSpPr>
          <p:cNvPr id="1310" name="Google Shape;1310;p82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11" name="Google Shape;1311;p82"/>
          <p:cNvSpPr txBox="1"/>
          <p:nvPr>
            <p:ph idx="1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/>
        </p:txBody>
      </p:sp>
      <p:cxnSp>
        <p:nvCxnSpPr>
          <p:cNvPr id="1312" name="Google Shape;1312;p82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13" name="Google Shape;1313;p82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14" name="Google Shape;1314;p82"/>
          <p:cNvSpPr txBox="1"/>
          <p:nvPr/>
        </p:nvSpPr>
        <p:spPr>
          <a:xfrm>
            <a:off x="7551023" y="202377"/>
            <a:ext cx="1214400" cy="224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">
                <a:solidFill>
                  <a:srgbClr val="666666"/>
                </a:solidFill>
                <a:latin typeface="Overpass"/>
                <a:ea typeface="Overpass"/>
                <a:cs typeface="Overpass"/>
                <a:sym typeface="Overpass"/>
              </a:rPr>
              <a:t>STRICTLY INTERNAL ONLY</a:t>
            </a:r>
            <a:endParaRPr b="1" sz="500">
              <a:solidFill>
                <a:srgbClr val="666666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pic>
        <p:nvPicPr>
          <p:cNvPr id="1315" name="Google Shape;1315;p82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1316" name="Google Shape;1316;p82"/>
          <p:cNvSpPr txBox="1"/>
          <p:nvPr>
            <p:ph idx="2" type="subTitle"/>
          </p:nvPr>
        </p:nvSpPr>
        <p:spPr>
          <a:xfrm>
            <a:off x="663788" y="4627163"/>
            <a:ext cx="6887400" cy="420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1pPr>
            <a:lvl2pPr lvl="1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2pPr>
            <a:lvl3pPr lvl="2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3pPr>
            <a:lvl4pPr lvl="3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4pPr>
            <a:lvl5pPr lvl="4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5pPr>
            <a:lvl6pPr lvl="5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6pPr>
            <a:lvl7pPr lvl="6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7pPr>
            <a:lvl8pPr lvl="7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8pPr>
            <a:lvl9pPr lvl="8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three column 3">
  <p:cSld name="CUSTOM_4_3_4">
    <p:spTree>
      <p:nvGrpSpPr>
        <p:cNvPr id="1317" name="Shape 1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18" name="Google Shape;1318;p83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19" name="Google Shape;1319;p83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20" name="Google Shape;1320;p83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21" name="Google Shape;1321;p83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1322" name="Google Shape;1322;p83"/>
          <p:cNvSpPr txBox="1"/>
          <p:nvPr>
            <p:ph idx="1" type="subTitle"/>
          </p:nvPr>
        </p:nvSpPr>
        <p:spPr>
          <a:xfrm>
            <a:off x="663788" y="4627163"/>
            <a:ext cx="6001800" cy="420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23" name="Google Shape;1323;p83"/>
          <p:cNvSpPr txBox="1"/>
          <p:nvPr>
            <p:ph idx="2" type="subTitle"/>
          </p:nvPr>
        </p:nvSpPr>
        <p:spPr>
          <a:xfrm>
            <a:off x="3351225" y="3172294"/>
            <a:ext cx="2441400" cy="241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324" name="Google Shape;1324;p83"/>
          <p:cNvSpPr txBox="1"/>
          <p:nvPr>
            <p:ph idx="3" type="subTitle"/>
          </p:nvPr>
        </p:nvSpPr>
        <p:spPr>
          <a:xfrm>
            <a:off x="3351300" y="3539213"/>
            <a:ext cx="24414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100"/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100"/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100"/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100"/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100"/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100"/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100"/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100"/>
            </a:lvl9pPr>
          </a:lstStyle>
          <a:p/>
        </p:txBody>
      </p:sp>
      <p:sp>
        <p:nvSpPr>
          <p:cNvPr id="1325" name="Google Shape;1325;p83"/>
          <p:cNvSpPr txBox="1"/>
          <p:nvPr>
            <p:ph idx="4" type="subTitle"/>
          </p:nvPr>
        </p:nvSpPr>
        <p:spPr>
          <a:xfrm>
            <a:off x="6036000" y="3172294"/>
            <a:ext cx="2441400" cy="241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326" name="Google Shape;1326;p83"/>
          <p:cNvSpPr txBox="1"/>
          <p:nvPr>
            <p:ph idx="5" type="subTitle"/>
          </p:nvPr>
        </p:nvSpPr>
        <p:spPr>
          <a:xfrm>
            <a:off x="6036075" y="3539213"/>
            <a:ext cx="24414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100"/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100"/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100"/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100"/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100"/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100"/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100"/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100"/>
            </a:lvl9pPr>
          </a:lstStyle>
          <a:p/>
        </p:txBody>
      </p:sp>
      <p:sp>
        <p:nvSpPr>
          <p:cNvPr id="1327" name="Google Shape;1327;p83"/>
          <p:cNvSpPr txBox="1"/>
          <p:nvPr>
            <p:ph idx="6" type="subTitle"/>
          </p:nvPr>
        </p:nvSpPr>
        <p:spPr>
          <a:xfrm>
            <a:off x="666450" y="3172294"/>
            <a:ext cx="2441400" cy="241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328" name="Google Shape;1328;p83"/>
          <p:cNvSpPr txBox="1"/>
          <p:nvPr>
            <p:ph idx="7" type="subTitle"/>
          </p:nvPr>
        </p:nvSpPr>
        <p:spPr>
          <a:xfrm>
            <a:off x="666525" y="3539213"/>
            <a:ext cx="24414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100"/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100"/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100"/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100"/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100"/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100"/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100"/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100"/>
            </a:lvl9pPr>
          </a:lstStyle>
          <a:p/>
        </p:txBody>
      </p:sp>
      <p:sp>
        <p:nvSpPr>
          <p:cNvPr id="1329" name="Google Shape;1329;p83"/>
          <p:cNvSpPr txBox="1"/>
          <p:nvPr>
            <p:ph idx="8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330" name="Google Shape;1330;p83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1331" name="Google Shape;1331;p83"/>
          <p:cNvSpPr txBox="1"/>
          <p:nvPr>
            <p:ph idx="9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white 3 1">
  <p:cSld name="CUSTOM_4_22_1">
    <p:spTree>
      <p:nvGrpSpPr>
        <p:cNvPr id="1332" name="Shape 1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3" name="Google Shape;1333;p84"/>
          <p:cNvSpPr txBox="1"/>
          <p:nvPr>
            <p:ph type="title"/>
          </p:nvPr>
        </p:nvSpPr>
        <p:spPr>
          <a:xfrm>
            <a:off x="1314450" y="709500"/>
            <a:ext cx="6515100" cy="72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9pPr>
          </a:lstStyle>
          <a:p/>
        </p:txBody>
      </p:sp>
      <p:cxnSp>
        <p:nvCxnSpPr>
          <p:cNvPr id="1334" name="Google Shape;1334;p84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35" name="Google Shape;1335;p84"/>
          <p:cNvSpPr txBox="1"/>
          <p:nvPr>
            <p:ph idx="1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/>
        </p:txBody>
      </p:sp>
      <p:cxnSp>
        <p:nvCxnSpPr>
          <p:cNvPr id="1336" name="Google Shape;1336;p84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37" name="Google Shape;1337;p84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38" name="Google Shape;1338;p84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1339" name="Google Shape;1339;p84"/>
          <p:cNvSpPr txBox="1"/>
          <p:nvPr>
            <p:ph idx="2" type="subTitle"/>
          </p:nvPr>
        </p:nvSpPr>
        <p:spPr>
          <a:xfrm>
            <a:off x="663788" y="4627163"/>
            <a:ext cx="6887400" cy="420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1pPr>
            <a:lvl2pPr lvl="1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2pPr>
            <a:lvl3pPr lvl="2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3pPr>
            <a:lvl4pPr lvl="3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4pPr>
            <a:lvl5pPr lvl="4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5pPr>
            <a:lvl6pPr lvl="5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6pPr>
            <a:lvl7pPr lvl="6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7pPr>
            <a:lvl8pPr lvl="7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8pPr>
            <a:lvl9pPr lvl="8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white 13">
  <p:cSld name="CUSTOM_4_97">
    <p:spTree>
      <p:nvGrpSpPr>
        <p:cNvPr id="1340" name="Shape 1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" name="Google Shape;1341;p85"/>
          <p:cNvSpPr txBox="1"/>
          <p:nvPr>
            <p:ph type="title"/>
          </p:nvPr>
        </p:nvSpPr>
        <p:spPr>
          <a:xfrm>
            <a:off x="1314450" y="709500"/>
            <a:ext cx="6515100" cy="72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9pPr>
          </a:lstStyle>
          <a:p/>
        </p:txBody>
      </p:sp>
      <p:cxnSp>
        <p:nvCxnSpPr>
          <p:cNvPr id="1342" name="Google Shape;1342;p85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43" name="Google Shape;1343;p85"/>
          <p:cNvSpPr txBox="1"/>
          <p:nvPr>
            <p:ph idx="1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/>
        </p:txBody>
      </p:sp>
      <p:cxnSp>
        <p:nvCxnSpPr>
          <p:cNvPr id="1344" name="Google Shape;1344;p85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cap="flat" cmpd="sng" w="9525">
            <a:solidFill>
              <a:srgbClr val="EE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45" name="Google Shape;1345;p85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46" name="Google Shape;1346;p85"/>
          <p:cNvSpPr txBox="1"/>
          <p:nvPr/>
        </p:nvSpPr>
        <p:spPr>
          <a:xfrm>
            <a:off x="7551023" y="202377"/>
            <a:ext cx="1214400" cy="224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">
                <a:solidFill>
                  <a:srgbClr val="666666"/>
                </a:solidFill>
                <a:latin typeface="Overpass"/>
                <a:ea typeface="Overpass"/>
                <a:cs typeface="Overpass"/>
                <a:sym typeface="Overpass"/>
              </a:rPr>
              <a:t>CONFIDENTIAL </a:t>
            </a:r>
            <a:r>
              <a:rPr lang="en" sz="500">
                <a:solidFill>
                  <a:srgbClr val="666666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Designator</a:t>
            </a:r>
            <a:endParaRPr sz="500">
              <a:solidFill>
                <a:srgbClr val="666666"/>
              </a:solidFill>
              <a:latin typeface="Overpass Light"/>
              <a:ea typeface="Overpass Light"/>
              <a:cs typeface="Overpass Light"/>
              <a:sym typeface="Overpass Light"/>
            </a:endParaRPr>
          </a:p>
        </p:txBody>
      </p:sp>
      <p:pic>
        <p:nvPicPr>
          <p:cNvPr id="1347" name="Google Shape;1347;p85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1348" name="Google Shape;1348;p85"/>
          <p:cNvSpPr txBox="1"/>
          <p:nvPr>
            <p:ph idx="2" type="subTitle"/>
          </p:nvPr>
        </p:nvSpPr>
        <p:spPr>
          <a:xfrm>
            <a:off x="663788" y="4627163"/>
            <a:ext cx="6887400" cy="420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1pPr>
            <a:lvl2pPr lvl="1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2pPr>
            <a:lvl3pPr lvl="2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3pPr>
            <a:lvl4pPr lvl="3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4pPr>
            <a:lvl5pPr lvl="4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5pPr>
            <a:lvl6pPr lvl="5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6pPr>
            <a:lvl7pPr lvl="6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7pPr>
            <a:lvl8pPr lvl="7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8pPr>
            <a:lvl9pPr lvl="8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(1 Line) &amp; 1 Col">
  <p:cSld name="Title (1 Line) &amp; 1 Col">
    <p:spTree>
      <p:nvGrpSpPr>
        <p:cNvPr id="1349" name="Shape 1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0" name="Google Shape;1350;p86"/>
          <p:cNvSpPr txBox="1"/>
          <p:nvPr>
            <p:ph idx="1" type="body"/>
          </p:nvPr>
        </p:nvSpPr>
        <p:spPr>
          <a:xfrm>
            <a:off x="541877" y="1108071"/>
            <a:ext cx="8060100" cy="35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200"/>
              <a:buChar char="▪"/>
              <a:defRPr/>
            </a:lvl1pPr>
            <a:lvl2pPr indent="-317500" lvl="1" marL="914400" rtl="0" algn="l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400"/>
              <a:buChar char="–"/>
              <a:defRPr/>
            </a:lvl4pPr>
            <a:lvl5pPr indent="-317500" lvl="4" marL="228600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rtl="0" algn="l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rtl="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rtl="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rtl="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1351" name="Google Shape;1351;p86"/>
          <p:cNvSpPr txBox="1"/>
          <p:nvPr>
            <p:ph type="title"/>
          </p:nvPr>
        </p:nvSpPr>
        <p:spPr>
          <a:xfrm>
            <a:off x="541877" y="483394"/>
            <a:ext cx="8060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2000">
                <a:solidFill>
                  <a:srgbClr val="000000"/>
                </a:solidFill>
              </a:defRPr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ior image left 1 1">
  <p:cSld name="CUSTOM_4_2_3_1">
    <p:spTree>
      <p:nvGrpSpPr>
        <p:cNvPr id="1352" name="Shape 1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53" name="Google Shape;1353;p87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54" name="Google Shape;1354;p87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55" name="Google Shape;1355;p87"/>
          <p:cNvSpPr txBox="1"/>
          <p:nvPr>
            <p:ph idx="12" type="sldNum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56" name="Google Shape;1356;p87"/>
          <p:cNvPicPr preferRelativeResize="0"/>
          <p:nvPr/>
        </p:nvPicPr>
        <p:blipFill rotWithShape="1">
          <a:blip r:embed="rId2">
            <a:alphaModFix/>
          </a:blip>
          <a:srcRect b="318" l="0" r="0" t="32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1357" name="Google Shape;1357;p87"/>
          <p:cNvSpPr txBox="1"/>
          <p:nvPr>
            <p:ph idx="1" type="subTitle"/>
          </p:nvPr>
        </p:nvSpPr>
        <p:spPr>
          <a:xfrm>
            <a:off x="663788" y="4627163"/>
            <a:ext cx="6001800" cy="420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58" name="Google Shape;1358;p87"/>
          <p:cNvSpPr txBox="1"/>
          <p:nvPr>
            <p:ph idx="2" type="subTitle"/>
          </p:nvPr>
        </p:nvSpPr>
        <p:spPr>
          <a:xfrm>
            <a:off x="4246556" y="1904438"/>
            <a:ext cx="4114800" cy="237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13000"/>
              </a:lnSpc>
              <a:spcBef>
                <a:spcPts val="150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13000"/>
              </a:lnSpc>
              <a:spcBef>
                <a:spcPts val="150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13000"/>
              </a:lnSpc>
              <a:spcBef>
                <a:spcPts val="150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13000"/>
              </a:lnSpc>
              <a:spcBef>
                <a:spcPts val="150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13000"/>
              </a:lnSpc>
              <a:spcBef>
                <a:spcPts val="150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13000"/>
              </a:lnSpc>
              <a:spcBef>
                <a:spcPts val="150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13000"/>
              </a:lnSpc>
              <a:spcBef>
                <a:spcPts val="150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13000"/>
              </a:lnSpc>
              <a:spcBef>
                <a:spcPts val="1500"/>
              </a:spcBef>
              <a:spcAft>
                <a:spcPts val="1500"/>
              </a:spcAft>
              <a:buNone/>
              <a:defRPr/>
            </a:lvl9pPr>
          </a:lstStyle>
          <a:p/>
        </p:txBody>
      </p:sp>
      <p:sp>
        <p:nvSpPr>
          <p:cNvPr id="1359" name="Google Shape;1359;p87"/>
          <p:cNvSpPr txBox="1"/>
          <p:nvPr>
            <p:ph idx="3" type="subTitle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anchorCtr="0" anchor="ctr" bIns="68575" lIns="329175" spcFirstLastPara="1" rIns="68575" wrap="square" tIns="6857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/>
        </p:txBody>
      </p:sp>
      <p:sp>
        <p:nvSpPr>
          <p:cNvPr id="1360" name="Google Shape;1360;p87"/>
          <p:cNvSpPr txBox="1"/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1pPr>
            <a:lvl2pPr lvl="1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1361" name="Google Shape;1361;p87"/>
          <p:cNvSpPr txBox="1"/>
          <p:nvPr>
            <p:ph idx="4" type="subTitle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62" name="Google Shape;1362;p87"/>
          <p:cNvSpPr txBox="1"/>
          <p:nvPr/>
        </p:nvSpPr>
        <p:spPr>
          <a:xfrm>
            <a:off x="7634500" y="250200"/>
            <a:ext cx="1397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slideLayout" Target="../slideLayouts/slideLayout60.xml"/><Relationship Id="rId61" Type="http://schemas.openxmlformats.org/officeDocument/2006/relationships/slideLayout" Target="../slideLayouts/slideLayout61.xml"/><Relationship Id="rId62" Type="http://schemas.openxmlformats.org/officeDocument/2006/relationships/slideLayout" Target="../slideLayouts/slideLayout62.xml"/><Relationship Id="rId63" Type="http://schemas.openxmlformats.org/officeDocument/2006/relationships/slideLayout" Target="../slideLayouts/slideLayout63.xml"/><Relationship Id="rId64" Type="http://schemas.openxmlformats.org/officeDocument/2006/relationships/slideLayout" Target="../slideLayouts/slideLayout64.xml"/><Relationship Id="rId65" Type="http://schemas.openxmlformats.org/officeDocument/2006/relationships/slideLayout" Target="../slideLayouts/slideLayout65.xml"/><Relationship Id="rId66" Type="http://schemas.openxmlformats.org/officeDocument/2006/relationships/slideLayout" Target="../slideLayouts/slideLayout66.xml"/><Relationship Id="rId67" Type="http://schemas.openxmlformats.org/officeDocument/2006/relationships/slideLayout" Target="../slideLayouts/slideLayout67.xml"/><Relationship Id="rId68" Type="http://schemas.openxmlformats.org/officeDocument/2006/relationships/slideLayout" Target="../slideLayouts/slideLayout68.xml"/><Relationship Id="rId69" Type="http://schemas.openxmlformats.org/officeDocument/2006/relationships/slideLayout" Target="../slideLayouts/slideLayout69.xml"/><Relationship Id="rId70" Type="http://schemas.openxmlformats.org/officeDocument/2006/relationships/slideLayout" Target="../slideLayouts/slideLayout70.xml"/><Relationship Id="rId71" Type="http://schemas.openxmlformats.org/officeDocument/2006/relationships/slideLayout" Target="../slideLayouts/slideLayout71.xml"/><Relationship Id="rId72" Type="http://schemas.openxmlformats.org/officeDocument/2006/relationships/slideLayout" Target="../slideLayouts/slideLayout72.xml"/><Relationship Id="rId73" Type="http://schemas.openxmlformats.org/officeDocument/2006/relationships/slideLayout" Target="../slideLayouts/slideLayout73.xml"/><Relationship Id="rId74" Type="http://schemas.openxmlformats.org/officeDocument/2006/relationships/slideLayout" Target="../slideLayouts/slideLayout74.xml"/><Relationship Id="rId75" Type="http://schemas.openxmlformats.org/officeDocument/2006/relationships/slideLayout" Target="../slideLayouts/slideLayout75.xml"/><Relationship Id="rId76" Type="http://schemas.openxmlformats.org/officeDocument/2006/relationships/slideLayout" Target="../slideLayouts/slideLayout76.xml"/><Relationship Id="rId77" Type="http://schemas.openxmlformats.org/officeDocument/2006/relationships/slideLayout" Target="../slideLayouts/slideLayout77.xml"/><Relationship Id="rId78" Type="http://schemas.openxmlformats.org/officeDocument/2006/relationships/slideLayout" Target="../slideLayouts/slideLayout78.xml"/><Relationship Id="rId79" Type="http://schemas.openxmlformats.org/officeDocument/2006/relationships/slideLayout" Target="../slideLayouts/slideLayout79.xml"/><Relationship Id="rId80" Type="http://schemas.openxmlformats.org/officeDocument/2006/relationships/slideLayout" Target="../slideLayouts/slideLayout80.xml"/><Relationship Id="rId81" Type="http://schemas.openxmlformats.org/officeDocument/2006/relationships/slideLayout" Target="../slideLayouts/slideLayout81.xml"/><Relationship Id="rId82" Type="http://schemas.openxmlformats.org/officeDocument/2006/relationships/slideLayout" Target="../slideLayouts/slideLayout82.xml"/><Relationship Id="rId83" Type="http://schemas.openxmlformats.org/officeDocument/2006/relationships/slideLayout" Target="../slideLayouts/slideLayout83.xml"/><Relationship Id="rId84" Type="http://schemas.openxmlformats.org/officeDocument/2006/relationships/slideLayout" Target="../slideLayouts/slideLayout84.xml"/><Relationship Id="rId85" Type="http://schemas.openxmlformats.org/officeDocument/2006/relationships/slideLayout" Target="../slideLayouts/slideLayout85.xml"/><Relationship Id="rId86" Type="http://schemas.openxmlformats.org/officeDocument/2006/relationships/slideLayout" Target="../slideLayouts/slideLayout86.xml"/><Relationship Id="rId8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ed Hat Display"/>
              <a:buNone/>
              <a:defRPr sz="26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ed Hat Display"/>
              <a:buNone/>
              <a:defRPr sz="26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ed Hat Display"/>
              <a:buNone/>
              <a:defRPr sz="26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ed Hat Display"/>
              <a:buNone/>
              <a:defRPr sz="26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ed Hat Display"/>
              <a:buNone/>
              <a:defRPr sz="26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ed Hat Display"/>
              <a:buNone/>
              <a:defRPr sz="26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ed Hat Display"/>
              <a:buNone/>
              <a:defRPr sz="26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ed Hat Display"/>
              <a:buNone/>
              <a:defRPr sz="26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ed Hat Display"/>
              <a:buNone/>
              <a:defRPr sz="26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ed Hat Display"/>
              <a:buChar char="▸"/>
              <a:defRPr sz="1400"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indent="-317500" lvl="1" marL="914400" rtl="0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Font typeface="Red Hat Display"/>
              <a:buChar char="･"/>
              <a:defRPr sz="1400"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indent="-317500" lvl="2" marL="1371600" rtl="0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Font typeface="Red Hat Display"/>
              <a:buChar char="･"/>
              <a:defRPr sz="1400"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indent="-317500" lvl="3" marL="1828800" rtl="0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Font typeface="Red Hat Display"/>
              <a:buChar char="･"/>
              <a:defRPr sz="1400"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indent="-317500" lvl="4" marL="2286000" rtl="0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Font typeface="Red Hat Display"/>
              <a:buChar char="･"/>
              <a:defRPr sz="1400"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indent="-317500" lvl="5" marL="2743200" rtl="0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Font typeface="Red Hat Display"/>
              <a:buChar char="･"/>
              <a:defRPr sz="1400"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indent="-317500" lvl="6" marL="3200400" rtl="0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Font typeface="Red Hat Display"/>
              <a:buChar char="･"/>
              <a:defRPr sz="1400"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indent="-317500" lvl="7" marL="3657600" rtl="0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400"/>
              <a:buFont typeface="Red Hat Display"/>
              <a:buChar char="･"/>
              <a:defRPr sz="1400"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indent="-317500" lvl="8" marL="4114800" rtl="0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buSzPts val="1400"/>
              <a:buFont typeface="Red Hat Display"/>
              <a:buChar char="･"/>
              <a:defRPr sz="1400"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  <p:sldLayoutId id="2147483707" r:id="rId60"/>
    <p:sldLayoutId id="2147483708" r:id="rId61"/>
    <p:sldLayoutId id="2147483709" r:id="rId62"/>
    <p:sldLayoutId id="2147483710" r:id="rId63"/>
    <p:sldLayoutId id="2147483711" r:id="rId64"/>
    <p:sldLayoutId id="2147483712" r:id="rId65"/>
    <p:sldLayoutId id="2147483713" r:id="rId66"/>
    <p:sldLayoutId id="2147483714" r:id="rId67"/>
    <p:sldLayoutId id="2147483715" r:id="rId68"/>
    <p:sldLayoutId id="2147483716" r:id="rId69"/>
    <p:sldLayoutId id="2147483717" r:id="rId70"/>
    <p:sldLayoutId id="2147483718" r:id="rId71"/>
    <p:sldLayoutId id="2147483719" r:id="rId72"/>
    <p:sldLayoutId id="2147483720" r:id="rId73"/>
    <p:sldLayoutId id="2147483721" r:id="rId74"/>
    <p:sldLayoutId id="2147483722" r:id="rId75"/>
    <p:sldLayoutId id="2147483723" r:id="rId76"/>
    <p:sldLayoutId id="2147483724" r:id="rId77"/>
    <p:sldLayoutId id="2147483725" r:id="rId78"/>
    <p:sldLayoutId id="2147483726" r:id="rId79"/>
    <p:sldLayoutId id="2147483727" r:id="rId80"/>
    <p:sldLayoutId id="2147483728" r:id="rId81"/>
    <p:sldLayoutId id="2147483729" r:id="rId82"/>
    <p:sldLayoutId id="2147483730" r:id="rId83"/>
    <p:sldLayoutId id="2147483731" r:id="rId84"/>
    <p:sldLayoutId id="2147483732" r:id="rId85"/>
    <p:sldLayoutId id="2147483733" r:id="rId8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Red Hat Display"/>
              </a:rPr>
              <a:t>Evaluating Financial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0" y="2011680"/>
            <a:ext cx="1463040" cy="38100"/>
          </a:xfrm>
          <a:prstGeom prst="rect">
            <a:avLst/>
          </a:prstGeom>
          <a:solidFill>
            <a:srgbClr val="FF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Red Hat Text"/>
              </a:rPr>
              <a:t>A Framework for Benchmarking and Governing
LLMs in Finance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20040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CCCC"/>
                </a:solidFill>
                <a:latin typeface="Red Hat Text"/>
              </a:rPr>
              <a:t>Based on: Evaluation and Benchmarking Suite for Financial LLMs and Agents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FFCCCC"/>
                </a:solidFill>
                <a:latin typeface="Red Hat Text"/>
              </a:rPr>
              <a:t>SecureFinAI Lab, Columbia University (2026)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6666"/>
                </a:solidFill>
                <a:latin typeface="Red Hat Display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137160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51515"/>
                </a:solidFill>
                <a:latin typeface="Red Hat Display"/>
              </a:rPr>
              <a:t>Why Financial AI Requires a Different Operating Model</a:t>
            </a:r>
          </a:p>
          <a:p>
            <a:pPr algn="l">
              <a:spcBef>
                <a:spcPts val="1200"/>
              </a:spcBef>
              <a:spcAft>
                <a:spcPts val="200"/>
              </a:spcAft>
            </a:pPr>
            <a:r>
              <a:rPr sz="1400" b="0">
                <a:solidFill>
                  <a:srgbClr val="292929"/>
                </a:solidFill>
                <a:latin typeface="Red Hat Text"/>
              </a:rPr>
              <a:t>Understanding the unique risks of deploying AI in regulated financial environments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3500" cy="51435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36576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E0000"/>
                </a:solidFill>
                <a:latin typeface="Red Hat Text"/>
              </a:rPr>
              <a:t>REGULATORY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77724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51515"/>
                </a:solidFill>
                <a:latin typeface="Red Hat Display"/>
              </a:rPr>
              <a:t>AI governance in the Australian regulatory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73152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92929"/>
                </a:solidFill>
                <a:latin typeface="Red Hat Text"/>
              </a:rPr>
              <a:t>Australia has not introduced dedicated AI regulation for banks. APRA expects existing frameworks to apply.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393192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6440" y="1772920"/>
            <a:ext cx="3576320" cy="120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E0000"/>
                </a:solidFill>
                <a:latin typeface="Red Hat Display"/>
              </a:rPr>
              <a:t>APRA's Position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000" b="0">
                <a:solidFill>
                  <a:srgbClr val="1F1F1F"/>
                </a:solidFill>
                <a:latin typeface="Red Hat Text"/>
              </a:rPr>
              <a:t>"We remain of the view that our existing regulatory framework is sufficient to capture the use of AI."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100" b="0">
                <a:solidFill>
                  <a:srgbClr val="1F1F1F"/>
                </a:solidFill>
                <a:latin typeface="Red Hat Text"/>
              </a:rPr>
              <a:t>AI must be managed within existing frameworks for: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0">
                <a:solidFill>
                  <a:srgbClr val="1F1F1F"/>
                </a:solidFill>
                <a:latin typeface="Red Hat Text"/>
              </a:rPr>
              <a:t>Model risk management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0">
                <a:solidFill>
                  <a:srgbClr val="1F1F1F"/>
                </a:solidFill>
                <a:latin typeface="Red Hat Text"/>
              </a:rPr>
              <a:t>Operational risk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0">
                <a:solidFill>
                  <a:srgbClr val="1F1F1F"/>
                </a:solidFill>
                <a:latin typeface="Red Hat Text"/>
              </a:rPr>
              <a:t>Technology risk and data security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200400"/>
            <a:ext cx="3931920" cy="146304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6440" y="3327400"/>
            <a:ext cx="3576320" cy="120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51515"/>
                </a:solidFill>
                <a:latin typeface="Red Hat Display"/>
              </a:rPr>
              <a:t>Relevant APRA Standards</a:t>
            </a:r>
          </a:p>
          <a:p>
            <a:pPr>
              <a:spcBef>
                <a:spcPts val="600"/>
              </a:spcBef>
              <a:spcAft>
                <a:spcPts val="100"/>
              </a:spcAft>
            </a:pPr>
            <a:r>
              <a:rPr sz="1100" b="1">
                <a:solidFill>
                  <a:srgbClr val="151515"/>
                </a:solidFill>
                <a:latin typeface="Red Hat Text"/>
              </a:rPr>
              <a:t>CPS 220 </a:t>
            </a:r>
            <a:r>
              <a:rPr sz="1100" b="0">
                <a:solidFill>
                  <a:srgbClr val="1F1F1F"/>
                </a:solidFill>
                <a:latin typeface="Red Hat Text"/>
              </a:rPr>
              <a:t>— Risk Management: governance of material risks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1">
                <a:solidFill>
                  <a:srgbClr val="151515"/>
                </a:solidFill>
                <a:latin typeface="Red Hat Text"/>
              </a:rPr>
              <a:t>CPS 231 </a:t>
            </a:r>
            <a:r>
              <a:rPr sz="1100" b="0">
                <a:solidFill>
                  <a:srgbClr val="1F1F1F"/>
                </a:solidFill>
                <a:latin typeface="Red Hat Text"/>
              </a:rPr>
              <a:t>— Outsourcing: third-party AI services and model providers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1">
                <a:solidFill>
                  <a:srgbClr val="151515"/>
                </a:solidFill>
                <a:latin typeface="Red Hat Text"/>
              </a:rPr>
              <a:t>CPS 234 </a:t>
            </a:r>
            <a:r>
              <a:rPr sz="1100" b="0">
                <a:solidFill>
                  <a:srgbClr val="1F1F1F"/>
                </a:solidFill>
                <a:latin typeface="Red Hat Text"/>
              </a:rPr>
              <a:t>— Information Security: data protection and resilience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1">
                <a:solidFill>
                  <a:srgbClr val="151515"/>
                </a:solidFill>
                <a:latin typeface="Red Hat Text"/>
              </a:rPr>
              <a:t>Model Risk </a:t>
            </a:r>
            <a:r>
              <a:rPr sz="1100" b="0">
                <a:solidFill>
                  <a:srgbClr val="1F1F1F"/>
                </a:solidFill>
                <a:latin typeface="Red Hat Text"/>
              </a:rPr>
              <a:t>— Validation and monitoring of analytical models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1645920"/>
            <a:ext cx="3931920" cy="146304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C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1240" y="1772920"/>
            <a:ext cx="3576320" cy="120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65100"/>
                </a:solidFill>
                <a:latin typeface="Red Hat Display"/>
              </a:rPr>
              <a:t>Other Regulators Are Moving Faster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100" b="0">
                <a:solidFill>
                  <a:srgbClr val="1F1F1F"/>
                </a:solidFill>
                <a:latin typeface="Red Hat Text"/>
              </a:rPr>
              <a:t>Singapore MAS AI Risk Management Framework (2025):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0">
                <a:solidFill>
                  <a:srgbClr val="1F1F1F"/>
                </a:solidFill>
                <a:latin typeface="Red Hat Text"/>
              </a:rPr>
              <a:t>Explicit guidance for AI model governance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0">
                <a:solidFill>
                  <a:srgbClr val="1F1F1F"/>
                </a:solidFill>
                <a:latin typeface="Red Hat Text"/>
              </a:rPr>
              <a:t>Explainability and fairness requirements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0">
                <a:solidFill>
                  <a:srgbClr val="1F1F1F"/>
                </a:solidFill>
                <a:latin typeface="Red Hat Text"/>
              </a:rPr>
              <a:t>Lifecycle monitoring expectations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100" b="1">
                <a:solidFill>
                  <a:srgbClr val="1F1F1F"/>
                </a:solidFill>
                <a:latin typeface="Red Hat Text"/>
              </a:rPr>
              <a:t>Australia is currently taking a technology-neutral approach.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3200400"/>
            <a:ext cx="3931920" cy="146304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1240" y="3327400"/>
            <a:ext cx="3576320" cy="120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7D32"/>
                </a:solidFill>
                <a:latin typeface="Red Hat Display"/>
              </a:rPr>
              <a:t>Why This Presentation Matters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100" b="0">
                <a:solidFill>
                  <a:srgbClr val="1F1F1F"/>
                </a:solidFill>
                <a:latin typeface="Red Hat Text"/>
              </a:rPr>
              <a:t>If APRA expects AI to be governed under existing frameworks, banks need practical ways to implement: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0">
                <a:solidFill>
                  <a:srgbClr val="1F1F1F"/>
                </a:solidFill>
                <a:latin typeface="Red Hat Text"/>
              </a:rPr>
              <a:t>Model validation for AI systems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0">
                <a:solidFill>
                  <a:srgbClr val="1F1F1F"/>
                </a:solidFill>
                <a:latin typeface="Red Hat Text"/>
              </a:rPr>
              <a:t>Monitoring of autonomous AI agents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0">
                <a:solidFill>
                  <a:srgbClr val="1F1F1F"/>
                </a:solidFill>
                <a:latin typeface="Red Hat Text"/>
              </a:rPr>
              <a:t>Transparency and auditability of AI models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3500" cy="51435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36576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E0000"/>
                </a:solidFill>
                <a:latin typeface="Red Hat Text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77724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51515"/>
                </a:solidFill>
                <a:latin typeface="Red Hat Display"/>
              </a:rPr>
              <a:t>Financial AI introduces new risk categories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73152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92929"/>
                </a:solidFill>
                <a:latin typeface="Red Hat Text"/>
              </a:rPr>
              <a:t>Financial AI must be evaluated differently from consumer AI.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393192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6440" y="1772920"/>
            <a:ext cx="3576320" cy="130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E0000"/>
                </a:solidFill>
                <a:latin typeface="Red Hat Display"/>
              </a:rPr>
              <a:t>Model Risk (Financial Reasoning)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100" b="0">
                <a:solidFill>
                  <a:srgbClr val="1F1F1F"/>
                </a:solidFill>
                <a:latin typeface="Red Hat Text"/>
              </a:rPr>
              <a:t>Interpreting earnings reports and SEC filings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100" b="0">
                <a:solidFill>
                  <a:srgbClr val="1F1F1F"/>
                </a:solidFill>
                <a:latin typeface="Red Hat Text"/>
              </a:rPr>
              <a:t>Analysing financial statements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100" b="0">
                <a:solidFill>
                  <a:srgbClr val="1F1F1F"/>
                </a:solidFill>
                <a:latin typeface="Red Hat Text"/>
              </a:rPr>
              <a:t>Numerical reasoning in investment analysis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100" b="0">
                <a:solidFill>
                  <a:srgbClr val="1F1F1F"/>
                </a:solidFill>
                <a:latin typeface="Red Hat Text"/>
              </a:rPr>
              <a:t>Errors affect risk models and trading decisions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1645920"/>
            <a:ext cx="393192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1240" y="1772920"/>
            <a:ext cx="3576320" cy="130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65100"/>
                </a:solidFill>
                <a:latin typeface="Red Hat Display"/>
              </a:rPr>
              <a:t>Operational Risk (Autonomous Agents)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100" b="0">
                <a:solidFill>
                  <a:srgbClr val="1F1F1F"/>
                </a:solidFill>
                <a:latin typeface="Red Hat Text"/>
              </a:rPr>
              <a:t>Retrieving market data autonomously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100" b="0">
                <a:solidFill>
                  <a:srgbClr val="1F1F1F"/>
                </a:solidFill>
                <a:latin typeface="Red Hat Text"/>
              </a:rPr>
              <a:t>Analysing financial news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100" b="0">
                <a:solidFill>
                  <a:srgbClr val="1F1F1F"/>
                </a:solidFill>
                <a:latin typeface="Red Hat Text"/>
              </a:rPr>
              <a:t>Generating investment insights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100" b="0">
                <a:solidFill>
                  <a:srgbClr val="1F1F1F"/>
                </a:solidFill>
                <a:latin typeface="Red Hat Text"/>
              </a:rPr>
              <a:t>Non-deterministic behaviour requires monitoring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291840"/>
            <a:ext cx="393192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E3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6440" y="3418840"/>
            <a:ext cx="3576320" cy="102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E35B1"/>
                </a:solidFill>
                <a:latin typeface="Red Hat Display"/>
              </a:rPr>
              <a:t>Regulatory &amp; Compliance Risk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100" b="0">
                <a:solidFill>
                  <a:srgbClr val="1F1F1F"/>
                </a:solidFill>
                <a:latin typeface="Red Hat Text"/>
              </a:rPr>
              <a:t>Training data provenance is unclear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100" b="0">
                <a:solidFill>
                  <a:srgbClr val="1F1F1F"/>
                </a:solidFill>
                <a:latin typeface="Red Hat Text"/>
              </a:rPr>
              <a:t>Licensing restrictions are unknown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100" b="0">
                <a:solidFill>
                  <a:srgbClr val="1F1F1F"/>
                </a:solidFill>
                <a:latin typeface="Red Hat Text"/>
              </a:rPr>
              <a:t>Outputs cannot be audited by regulators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3291840"/>
            <a:ext cx="393192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1240" y="3418840"/>
            <a:ext cx="3576320" cy="102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51515"/>
                </a:solidFill>
                <a:latin typeface="Red Hat Display"/>
              </a:rPr>
              <a:t>Governance Gap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100" b="0">
                <a:solidFill>
                  <a:srgbClr val="1F1F1F"/>
                </a:solidFill>
                <a:latin typeface="Red Hat Text"/>
              </a:rPr>
              <a:t>No standard for benchmarking financial AI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100" b="0">
                <a:solidFill>
                  <a:srgbClr val="1F1F1F"/>
                </a:solidFill>
                <a:latin typeface="Red Hat Text"/>
              </a:rPr>
              <a:t>No framework for evaluating agents in production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100" b="0">
                <a:solidFill>
                  <a:srgbClr val="1F1F1F"/>
                </a:solidFill>
                <a:latin typeface="Red Hat Text"/>
              </a:rPr>
              <a:t>No widely adopted transparency standard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3500" cy="51435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36576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E0000"/>
                </a:solidFill>
                <a:latin typeface="Red Hat Text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77724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51515"/>
                </a:solidFill>
                <a:latin typeface="Red Hat Display"/>
              </a:rPr>
              <a:t>The core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73152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92929"/>
                </a:solidFill>
                <a:latin typeface="Red Hat Text"/>
              </a:rPr>
              <a:t>Financial institutions deploying GenAI face three critical questions: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2651760" cy="1828800"/>
          </a:xfrm>
          <a:prstGeom prst="roundRect">
            <a:avLst/>
          </a:prstGeom>
          <a:solidFill>
            <a:srgbClr val="FCEAE9"/>
          </a:solidFill>
          <a:ln w="19050">
            <a:solidFill>
              <a:srgbClr val="E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6440" y="1915160"/>
            <a:ext cx="2296160" cy="147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51515"/>
                </a:solidFill>
                <a:latin typeface="Red Hat Display"/>
              </a:rPr>
              <a:t>Which models can we trust?</a:t>
            </a:r>
          </a:p>
          <a:p>
            <a:pPr algn="ctr">
              <a:spcBef>
                <a:spcPts val="1000"/>
              </a:spcBef>
              <a:spcAft>
                <a:spcPts val="200"/>
              </a:spcAft>
            </a:pPr>
            <a:r>
              <a:rPr sz="1200" b="0">
                <a:solidFill>
                  <a:srgbClr val="1F1F1F"/>
                </a:solidFill>
                <a:latin typeface="Red Hat Text"/>
              </a:rPr>
              <a:t>How do we evaluate financial reasoning capability and accuracy?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737360"/>
            <a:ext cx="2651760" cy="182880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C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15360" y="1915160"/>
            <a:ext cx="2296160" cy="147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51515"/>
                </a:solidFill>
                <a:latin typeface="Red Hat Display"/>
              </a:rPr>
              <a:t>How do we safely operate AI agents?</a:t>
            </a:r>
          </a:p>
          <a:p>
            <a:pPr algn="ctr">
              <a:spcBef>
                <a:spcPts val="1000"/>
              </a:spcBef>
              <a:spcAft>
                <a:spcPts val="200"/>
              </a:spcAft>
            </a:pPr>
            <a:r>
              <a:rPr sz="1200" b="0">
                <a:solidFill>
                  <a:srgbClr val="1F1F1F"/>
                </a:solidFill>
                <a:latin typeface="Red Hat Text"/>
              </a:rPr>
              <a:t>How do we monitor autonomous systems in production?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737360"/>
            <a:ext cx="2651760" cy="182880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4280" y="1915160"/>
            <a:ext cx="2296160" cy="147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51515"/>
                </a:solidFill>
                <a:latin typeface="Red Hat Display"/>
              </a:rPr>
              <a:t>How do we meet audit requirements?</a:t>
            </a:r>
          </a:p>
          <a:p>
            <a:pPr algn="ctr">
              <a:spcBef>
                <a:spcPts val="1000"/>
              </a:spcBef>
              <a:spcAft>
                <a:spcPts val="200"/>
              </a:spcAft>
            </a:pPr>
            <a:r>
              <a:rPr sz="1200" b="0">
                <a:solidFill>
                  <a:srgbClr val="1F1F1F"/>
                </a:solidFill>
                <a:latin typeface="Red Hat Text"/>
              </a:rPr>
              <a:t>How do we ensure regulatory compliance and model transparency?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840480"/>
            <a:ext cx="50800" cy="4572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3840480"/>
            <a:ext cx="804672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88620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1F1F"/>
                </a:solidFill>
                <a:latin typeface="Red Hat Text"/>
              </a:rPr>
              <a:t>This presentation outlines a framework addressing all three.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6666"/>
                </a:solidFill>
                <a:latin typeface="Red Hat Display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137160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51515"/>
                </a:solidFill>
                <a:latin typeface="Red Hat Display"/>
              </a:rPr>
              <a:t>The Financial AI Lifecycle</a:t>
            </a:r>
          </a:p>
          <a:p>
            <a:pPr algn="l">
              <a:spcBef>
                <a:spcPts val="1200"/>
              </a:spcBef>
              <a:spcAft>
                <a:spcPts val="200"/>
              </a:spcAft>
            </a:pPr>
            <a:r>
              <a:rPr sz="1400" b="0">
                <a:solidFill>
                  <a:srgbClr val="292929"/>
                </a:solidFill>
                <a:latin typeface="Red Hat Text"/>
              </a:rPr>
              <a:t>From experimentation to governed deployment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3500" cy="51435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36576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E0000"/>
                </a:solidFill>
                <a:latin typeface="Red Hat Text"/>
              </a:rPr>
              <a:t>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77724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51515"/>
                </a:solidFill>
                <a:latin typeface="Red Hat Display"/>
              </a:rPr>
              <a:t>Three stages of financial LLM maturity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73152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92929"/>
                </a:solidFill>
                <a:latin typeface="Red Hat Text"/>
              </a:rPr>
              <a:t>Financial AI is evolving through three maturity stages.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246888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1040" y="1772920"/>
            <a:ext cx="2164080" cy="212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65100"/>
                </a:solidFill>
                <a:latin typeface="Red Hat Mono"/>
              </a:rPr>
              <a:t>2023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600" b="1">
                <a:solidFill>
                  <a:srgbClr val="151515"/>
                </a:solidFill>
                <a:latin typeface="Red Hat Display"/>
              </a:rPr>
              <a:t>Exploration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100" b="0">
                <a:solidFill>
                  <a:srgbClr val="1F1F1F"/>
                </a:solidFill>
                <a:latin typeface="Red Hat Text"/>
              </a:rPr>
              <a:t>Early financial LLM development.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0">
                <a:solidFill>
                  <a:srgbClr val="1F1F1F"/>
                </a:solidFill>
                <a:latin typeface="Red Hat Text"/>
              </a:rPr>
              <a:t>BloombergGPT, FinGPT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0">
                <a:solidFill>
                  <a:srgbClr val="1F1F1F"/>
                </a:solidFill>
                <a:latin typeface="Red Hat Text"/>
              </a:rPr>
              <a:t>Can LLMs understand financial language?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0">
                <a:solidFill>
                  <a:srgbClr val="1F1F1F"/>
                </a:solidFill>
                <a:latin typeface="Red Hat Text"/>
              </a:rPr>
              <a:t>Open FinLLM Leaderboard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25603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292929"/>
                </a:solidFill>
                <a:latin typeface="Red Hat Text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1645920"/>
            <a:ext cx="246888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98520" y="1772920"/>
            <a:ext cx="2164080" cy="212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65100"/>
                </a:solidFill>
                <a:latin typeface="Red Hat Mono"/>
              </a:rPr>
              <a:t>2024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600" b="1">
                <a:solidFill>
                  <a:srgbClr val="151515"/>
                </a:solidFill>
                <a:latin typeface="Red Hat Display"/>
              </a:rPr>
              <a:t>Readiness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100" b="0">
                <a:solidFill>
                  <a:srgbClr val="1F1F1F"/>
                </a:solidFill>
                <a:latin typeface="Red Hat Text"/>
              </a:rPr>
              <a:t>Shift to deployment readiness.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0">
                <a:solidFill>
                  <a:srgbClr val="1F1F1F"/>
                </a:solidFill>
                <a:latin typeface="Red Hat Text"/>
              </a:rPr>
              <a:t>Systematic benchmarking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0">
                <a:solidFill>
                  <a:srgbClr val="1F1F1F"/>
                </a:solidFill>
                <a:latin typeface="Red Hat Text"/>
              </a:rPr>
              <a:t>Financial datasets &amp; evaluation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0">
                <a:solidFill>
                  <a:srgbClr val="1F1F1F"/>
                </a:solidFill>
                <a:latin typeface="Red Hat Text"/>
              </a:rPr>
              <a:t>Emergence of financial agents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0" y="25603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292929"/>
                </a:solidFill>
                <a:latin typeface="Red Hat Text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1645920"/>
            <a:ext cx="2468880" cy="2377440"/>
          </a:xfrm>
          <a:prstGeom prst="roundRect">
            <a:avLst/>
          </a:prstGeom>
          <a:solidFill>
            <a:srgbClr val="FCEAE9"/>
          </a:solidFill>
          <a:ln w="19050">
            <a:solidFill>
              <a:srgbClr val="E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96000" y="1772920"/>
            <a:ext cx="2164080" cy="212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E0000"/>
                </a:solidFill>
                <a:latin typeface="Red Hat Mono"/>
              </a:rPr>
              <a:t>2025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600" b="1">
                <a:solidFill>
                  <a:srgbClr val="EE0000"/>
                </a:solidFill>
                <a:latin typeface="Red Hat Display"/>
              </a:rPr>
              <a:t>Governance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100" b="0">
                <a:solidFill>
                  <a:srgbClr val="1F1F1F"/>
                </a:solidFill>
                <a:latin typeface="Red Hat Text"/>
              </a:rPr>
              <a:t>Safe and compliant deployment.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0">
                <a:solidFill>
                  <a:srgbClr val="1F1F1F"/>
                </a:solidFill>
                <a:latin typeface="Red Hat Text"/>
              </a:rPr>
              <a:t>AI governance frameworks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0">
                <a:solidFill>
                  <a:srgbClr val="1F1F1F"/>
                </a:solidFill>
                <a:latin typeface="Red Hat Text"/>
              </a:rPr>
              <a:t>Operational evaluation of agents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 b="0">
                <a:solidFill>
                  <a:srgbClr val="1F1F1F"/>
                </a:solidFill>
                <a:latin typeface="Red Hat Text"/>
              </a:rPr>
              <a:t>Model transparency standards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6666"/>
                </a:solidFill>
                <a:latin typeface="Red Hat Display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137160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51515"/>
                </a:solidFill>
                <a:latin typeface="Red Hat Display"/>
              </a:rPr>
              <a:t>Benchmarking Financial AI</a:t>
            </a:r>
          </a:p>
          <a:p>
            <a:pPr algn="l">
              <a:spcBef>
                <a:spcPts val="1200"/>
              </a:spcBef>
              <a:spcAft>
                <a:spcPts val="200"/>
              </a:spcAft>
            </a:pPr>
            <a:r>
              <a:rPr sz="1400" b="0">
                <a:solidFill>
                  <a:srgbClr val="292929"/>
                </a:solidFill>
                <a:latin typeface="Red Hat Text"/>
              </a:rPr>
              <a:t>Standardised evaluation across financial tasks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3500" cy="51435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36576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E0000"/>
                </a:solidFill>
                <a:latin typeface="Red Hat Text"/>
              </a:rPr>
              <a:t>BENCHMARKING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77724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51515"/>
                </a:solidFill>
                <a:latin typeface="Red Hat Display"/>
              </a:rPr>
              <a:t>The Open FinLLM Leaderboard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73152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92929"/>
                </a:solidFill>
                <a:latin typeface="Red Hat Text"/>
              </a:rPr>
              <a:t>Standardised evaluation across 42 financial datasets, organised into three capability areas.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265176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6440" y="1772920"/>
            <a:ext cx="2296160" cy="175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E0000"/>
                </a:solidFill>
                <a:latin typeface="Red Hat Display"/>
              </a:rPr>
              <a:t>Understanding Financial Language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100" b="0">
                <a:solidFill>
                  <a:srgbClr val="1F1F1F"/>
                </a:solidFill>
                <a:latin typeface="Red Hat Text"/>
              </a:rPr>
              <a:t>Information extraction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100" b="0">
                <a:solidFill>
                  <a:srgbClr val="1F1F1F"/>
                </a:solidFill>
                <a:latin typeface="Red Hat Text"/>
              </a:rPr>
              <a:t>Sentiment analysis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100" b="0">
                <a:solidFill>
                  <a:srgbClr val="1F1F1F"/>
                </a:solidFill>
                <a:latin typeface="Red Hat Text"/>
              </a:rPr>
              <a:t>Classification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645920"/>
            <a:ext cx="265176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15360" y="1772920"/>
            <a:ext cx="2296160" cy="175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65100"/>
                </a:solidFill>
                <a:latin typeface="Red Hat Display"/>
              </a:rPr>
              <a:t>Financial Reasoning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100" b="0">
                <a:solidFill>
                  <a:srgbClr val="1F1F1F"/>
                </a:solidFill>
                <a:latin typeface="Red Hat Text"/>
              </a:rPr>
              <a:t>Answering questions about financial data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100" b="0">
                <a:solidFill>
                  <a:srgbClr val="1F1F1F"/>
                </a:solidFill>
                <a:latin typeface="Red Hat Text"/>
              </a:rPr>
              <a:t>Summarising earnings reports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100" b="0">
                <a:solidFill>
                  <a:srgbClr val="1F1F1F"/>
                </a:solidFill>
                <a:latin typeface="Red Hat Text"/>
              </a:rPr>
              <a:t>Analysing regulatory filings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645920"/>
            <a:ext cx="265176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4280" y="1772920"/>
            <a:ext cx="2296160" cy="175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7D32"/>
                </a:solidFill>
                <a:latin typeface="Red Hat Display"/>
              </a:rPr>
              <a:t>Financial Decision Tasks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100" b="0">
                <a:solidFill>
                  <a:srgbClr val="1F1F1F"/>
                </a:solidFill>
                <a:latin typeface="Red Hat Text"/>
              </a:rPr>
              <a:t>Credit risk scoring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100" b="0">
                <a:solidFill>
                  <a:srgbClr val="1F1F1F"/>
                </a:solidFill>
                <a:latin typeface="Red Hat Text"/>
              </a:rPr>
              <a:t>Market forecasting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100" b="0">
                <a:solidFill>
                  <a:srgbClr val="1F1F1F"/>
                </a:solidFill>
                <a:latin typeface="Red Hat Text"/>
              </a:rPr>
              <a:t>Trading and investment simulations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840480"/>
            <a:ext cx="50800" cy="64008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3840480"/>
            <a:ext cx="8046720" cy="640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8862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1F1F"/>
                </a:solidFill>
                <a:latin typeface="Red Hat Text"/>
              </a:rPr>
              <a:t>Hosted on HuggingFace in collaboration with Linux Foundation, PyTorch Foundation, and SecureFinAI Lab. Models ranked by both performance and openness classification.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6666"/>
                </a:solidFill>
                <a:latin typeface="Red Hat Display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137160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51515"/>
                </a:solidFill>
                <a:latin typeface="Red Hat Display"/>
              </a:rPr>
              <a:t>From Models to Agents</a:t>
            </a:r>
          </a:p>
          <a:p>
            <a:pPr algn="l">
              <a:spcBef>
                <a:spcPts val="1200"/>
              </a:spcBef>
              <a:spcAft>
                <a:spcPts val="200"/>
              </a:spcAft>
            </a:pPr>
            <a:r>
              <a:rPr sz="1400" b="0">
                <a:solidFill>
                  <a:srgbClr val="292929"/>
                </a:solidFill>
                <a:latin typeface="Red Hat Text"/>
              </a:rPr>
              <a:t>Financial AI agents introduce new capabilities and new risks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3500" cy="51435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36576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E0000"/>
                </a:solidFill>
                <a:latin typeface="Red Hat Text"/>
              </a:rPr>
              <a:t>FINANCIAL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77724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51515"/>
                </a:solidFill>
                <a:latin typeface="Red Hat Display"/>
              </a:rPr>
              <a:t>Agents change the risk 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73152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92929"/>
                </a:solidFill>
                <a:latin typeface="Red Hat Text"/>
              </a:rPr>
              <a:t>Financial AI is moving from static models to autonomous agents.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51515"/>
                </a:solidFill>
                <a:latin typeface="Red Hat Display"/>
              </a:rPr>
              <a:t>New agent capabilities</a:t>
            </a:r>
          </a:p>
          <a:p>
            <a:pPr>
              <a:spcBef>
                <a:spcPts val="800"/>
              </a:spcBef>
              <a:spcAft>
                <a:spcPts val="100"/>
              </a:spcAft>
            </a:pPr>
            <a:r>
              <a:rPr sz="1200" b="1">
                <a:solidFill>
                  <a:srgbClr val="151515"/>
                </a:solidFill>
                <a:latin typeface="Red Hat Text"/>
              </a:rPr>
              <a:t>Multi-step reasoning </a:t>
            </a:r>
            <a:r>
              <a:rPr sz="1200" b="0">
                <a:solidFill>
                  <a:srgbClr val="1F1F1F"/>
                </a:solidFill>
                <a:latin typeface="Red Hat Text"/>
              </a:rPr>
              <a:t>across financial data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1">
                <a:solidFill>
                  <a:srgbClr val="151515"/>
                </a:solidFill>
                <a:latin typeface="Red Hat Text"/>
              </a:rPr>
              <a:t>Tool usage </a:t>
            </a:r>
            <a:r>
              <a:rPr sz="1200" b="0">
                <a:solidFill>
                  <a:srgbClr val="1F1F1F"/>
                </a:solidFill>
                <a:latin typeface="Red Hat Text"/>
              </a:rPr>
              <a:t>for data retrieval and analysis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1">
                <a:solidFill>
                  <a:srgbClr val="151515"/>
                </a:solidFill>
                <a:latin typeface="Red Hat Text"/>
              </a:rPr>
              <a:t>Autonomous decision-making</a:t>
            </a:r>
            <a:r>
              <a:rPr sz="1200" b="0">
                <a:solidFill>
                  <a:srgbClr val="1F1F1F"/>
                </a:solidFill>
                <a:latin typeface="Red Hat Text"/>
              </a:rPr>
              <a:t/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1">
                <a:solidFill>
                  <a:srgbClr val="151515"/>
                </a:solidFill>
                <a:latin typeface="Red Hat Text"/>
              </a:rPr>
              <a:t>Real-time financial data </a:t>
            </a:r>
            <a:r>
              <a:rPr sz="1200" b="0">
                <a:solidFill>
                  <a:srgbClr val="1F1F1F"/>
                </a:solidFill>
                <a:latin typeface="Red Hat Text"/>
              </a:rPr>
              <a:t>retrieval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383280"/>
            <a:ext cx="50800" cy="64008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3383280"/>
            <a:ext cx="4023360" cy="640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456432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1F1F"/>
                </a:solidFill>
                <a:latin typeface="Red Hat Text"/>
              </a:rPr>
              <a:t>Traditional LLM evaluation measures answers.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1200" b="1">
                <a:solidFill>
                  <a:srgbClr val="EE0000"/>
                </a:solidFill>
                <a:latin typeface="Red Hat Text"/>
              </a:rPr>
              <a:t>Agent evaluation must measure behaviour.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37760" y="1645920"/>
            <a:ext cx="3840480" cy="914400"/>
          </a:xfrm>
          <a:prstGeom prst="roundRect">
            <a:avLst/>
          </a:prstGeom>
          <a:solidFill>
            <a:srgbClr val="FCEAE9"/>
          </a:solidFill>
          <a:ln w="19050">
            <a:solidFill>
              <a:srgbClr val="F5C3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15560" y="1772920"/>
            <a:ext cx="3484880" cy="66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51515"/>
                </a:solidFill>
                <a:latin typeface="Red Hat Display"/>
              </a:rPr>
              <a:t>Agentic FinSearch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100" b="0">
                <a:solidFill>
                  <a:srgbClr val="1F1F1F"/>
                </a:solidFill>
                <a:latin typeface="Red Hat Text"/>
              </a:rPr>
              <a:t>Autonomous research agent retrieving financial data and analysing news sentiment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37760" y="2651760"/>
            <a:ext cx="3840480" cy="91440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E0C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15560" y="2778760"/>
            <a:ext cx="3484880" cy="66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51515"/>
                </a:solidFill>
                <a:latin typeface="Red Hat Display"/>
              </a:rPr>
              <a:t>Financial Tutor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100" b="0">
                <a:solidFill>
                  <a:srgbClr val="1F1F1F"/>
                </a:solidFill>
                <a:latin typeface="Red Hat Text"/>
              </a:rPr>
              <a:t>AI-powered financial education: CFA prep and financial training at scale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37760" y="3657600"/>
            <a:ext cx="3840480" cy="91440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C3DF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15560" y="3784600"/>
            <a:ext cx="3484880" cy="66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51515"/>
                </a:solidFill>
                <a:latin typeface="Red Hat Display"/>
              </a:rPr>
              <a:t>FinSight Agent</a:t>
            </a:r>
          </a:p>
          <a:p>
            <a:pPr>
              <a:spcBef>
                <a:spcPts val="300"/>
              </a:spcBef>
              <a:spcAft>
                <a:spcPts val="100"/>
              </a:spcAft>
            </a:pPr>
            <a:r>
              <a:rPr sz="1100" b="0">
                <a:solidFill>
                  <a:srgbClr val="1F1F1F"/>
                </a:solidFill>
                <a:latin typeface="Red Hat Text"/>
              </a:rPr>
              <a:t>Multi-agent earnings call analysis with self-evaluation and guardrails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6666"/>
                </a:solidFill>
                <a:latin typeface="Red Hat Display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137160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51515"/>
                </a:solidFill>
                <a:latin typeface="Red Hat Display"/>
              </a:rPr>
              <a:t>Governing Financial AI Systems</a:t>
            </a:r>
          </a:p>
          <a:p>
            <a:pPr algn="l">
              <a:spcBef>
                <a:spcPts val="1200"/>
              </a:spcBef>
              <a:spcAft>
                <a:spcPts val="200"/>
              </a:spcAft>
            </a:pPr>
            <a:r>
              <a:rPr sz="1400" b="0">
                <a:solidFill>
                  <a:srgbClr val="292929"/>
                </a:solidFill>
                <a:latin typeface="Red Hat Text"/>
              </a:rPr>
              <a:t>Operational evaluation and model transparency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3500" cy="51435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36576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E0000"/>
                </a:solidFill>
                <a:latin typeface="Red Hat Text"/>
              </a:rPr>
              <a:t>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77724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51515"/>
                </a:solidFill>
                <a:latin typeface="Red Hat Display"/>
              </a:rPr>
              <a:t>AgentOps: Evaluating AI agents in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73152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92929"/>
                </a:solidFill>
                <a:latin typeface="Red Hat Text"/>
              </a:rPr>
              <a:t>Two layers of governance for the AI agent lifecycle.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3931920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823720"/>
            <a:ext cx="406400" cy="406400"/>
          </a:xfrm>
          <a:prstGeom prst="ellipse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3720"/>
            <a:ext cx="40640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Red Hat Display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823720"/>
            <a:ext cx="301752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51515"/>
                </a:solidFill>
                <a:latin typeface="Red Hat Display"/>
              </a:rPr>
              <a:t>Development Governance (Inner Loop)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31720"/>
            <a:ext cx="3576320" cy="165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1F1F"/>
                </a:solidFill>
                <a:latin typeface="Red Hat Text"/>
              </a:rPr>
              <a:t>"Glass box" evaluation of agent behaviour during development.</a:t>
            </a:r>
          </a:p>
          <a:p>
            <a:pPr>
              <a:spcBef>
                <a:spcPts val="800"/>
              </a:spcBef>
              <a:spcAft>
                <a:spcPts val="100"/>
              </a:spcAft>
            </a:pPr>
            <a:r>
              <a:rPr sz="1200" b="0">
                <a:solidFill>
                  <a:srgbClr val="1F1F1F"/>
                </a:solidFill>
                <a:latin typeface="Red Hat Text"/>
              </a:rPr>
              <a:t>Reasoning validation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1F1F1F"/>
                </a:solidFill>
                <a:latin typeface="Red Hat Text"/>
              </a:rPr>
              <a:t>Tool usage testing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1F1F1F"/>
                </a:solidFill>
                <a:latin typeface="Red Hat Text"/>
              </a:rPr>
              <a:t>Context adherence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1F1F1F"/>
                </a:solidFill>
                <a:latin typeface="Red Hat Text"/>
              </a:rPr>
              <a:t>Safety guardrails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1645920"/>
            <a:ext cx="3931920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892040" y="1823720"/>
            <a:ext cx="406400" cy="406400"/>
          </a:xfrm>
          <a:prstGeom prst="ellipse">
            <a:avLst/>
          </a:prstGeom>
          <a:solidFill>
            <a:srgbClr val="C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92040" y="1823720"/>
            <a:ext cx="40640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Red Hat Display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9240" y="1823720"/>
            <a:ext cx="301752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51515"/>
                </a:solidFill>
                <a:latin typeface="Red Hat Display"/>
              </a:rPr>
              <a:t>Operational Governance (Outer Loop)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2331720"/>
            <a:ext cx="3576320" cy="165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1F1F"/>
                </a:solidFill>
                <a:latin typeface="Red Hat Text"/>
              </a:rPr>
              <a:t>Continuous evaluation of AI systems in production.</a:t>
            </a:r>
          </a:p>
          <a:p>
            <a:pPr>
              <a:spcBef>
                <a:spcPts val="800"/>
              </a:spcBef>
              <a:spcAft>
                <a:spcPts val="100"/>
              </a:spcAft>
            </a:pPr>
            <a:r>
              <a:rPr sz="1200" b="0">
                <a:solidFill>
                  <a:srgbClr val="1F1F1F"/>
                </a:solidFill>
                <a:latin typeface="Red Hat Text"/>
              </a:rPr>
              <a:t>Decision tracing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1F1F1F"/>
                </a:solidFill>
                <a:latin typeface="Red Hat Text"/>
              </a:rPr>
              <a:t>Audit logs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1F1F1F"/>
                </a:solidFill>
                <a:latin typeface="Red Hat Text"/>
              </a:rPr>
              <a:t>LLM-as-a-Judge safety scoring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 b="0">
                <a:solidFill>
                  <a:srgbClr val="1F1F1F"/>
                </a:solidFill>
                <a:latin typeface="Red Hat Text"/>
              </a:rPr>
              <a:t>Human-in-the-loop escalation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297680"/>
            <a:ext cx="50800" cy="41148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" y="4297680"/>
            <a:ext cx="8046720" cy="4114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325112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1F1F"/>
                </a:solidFill>
                <a:latin typeface="Red Hat Text"/>
              </a:rPr>
              <a:t>Production failures are fed back into training datasets to continuously improve reliability.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3500" cy="51435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36576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E0000"/>
                </a:solidFill>
                <a:latin typeface="Red Hat Text"/>
              </a:rPr>
              <a:t>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77724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51515"/>
                </a:solidFill>
                <a:latin typeface="Red Hat Display"/>
              </a:rPr>
              <a:t>Model Openness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73152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92929"/>
                </a:solidFill>
                <a:latin typeface="Red Hat Text"/>
              </a:rPr>
              <a:t>Avoiding "open-washing" in AI model procurement.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77724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1F1F"/>
                </a:solidFill>
                <a:latin typeface="Red Hat Text"/>
              </a:rPr>
              <a:t>Many models claim to be open but hide training datasets, licensing terms, and development processes.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20240"/>
            <a:ext cx="8046720" cy="381000"/>
          </a:xfrm>
          <a:prstGeom prst="rect">
            <a:avLst/>
          </a:prstGeom>
          <a:solidFill>
            <a:srgbClr val="F5F5F5"/>
          </a:solidFill>
          <a:ln w="19050">
            <a:solidFill>
              <a:srgbClr val="E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5640" y="1971040"/>
            <a:ext cx="10972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92929"/>
                </a:solidFill>
                <a:latin typeface="Red Hat Text"/>
              </a:rPr>
              <a:t>CLASS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971040"/>
            <a:ext cx="18288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92929"/>
                </a:solidFill>
                <a:latin typeface="Red Hat Text"/>
              </a:rPr>
              <a:t>LEVEL OF OPENNESS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40" y="1971040"/>
            <a:ext cx="45720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92929"/>
                </a:solidFill>
                <a:latin typeface="Red Hat Text"/>
              </a:rPr>
              <a:t>WHAT'S SHARED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326640"/>
            <a:ext cx="8046720" cy="406400"/>
          </a:xfrm>
          <a:prstGeom prst="rect">
            <a:avLst/>
          </a:prstGeom>
          <a:solidFill>
            <a:srgbClr val="FFFFFF"/>
          </a:solidFill>
          <a:ln w="1905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5640" y="2402840"/>
            <a:ext cx="109728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51515"/>
                </a:solidFill>
                <a:latin typeface="Red Hat Text"/>
              </a:rPr>
              <a:t>Class III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402840"/>
            <a:ext cx="18288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1F1F"/>
                </a:solidFill>
                <a:latin typeface="Red Hat Text"/>
              </a:rPr>
              <a:t>Open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0" y="2402840"/>
            <a:ext cx="4572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1F1F"/>
                </a:solidFill>
                <a:latin typeface="Red Hat Text"/>
              </a:rPr>
              <a:t>Partially open: model weights, card, evaluation results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758440"/>
            <a:ext cx="8046720" cy="406400"/>
          </a:xfrm>
          <a:prstGeom prst="rect">
            <a:avLst/>
          </a:prstGeom>
          <a:solidFill>
            <a:srgbClr val="FFFFFF"/>
          </a:solidFill>
          <a:ln w="1905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5640" y="2834640"/>
            <a:ext cx="109728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51515"/>
                </a:solidFill>
                <a:latin typeface="Red Hat Text"/>
              </a:rPr>
              <a:t>Class II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2834640"/>
            <a:ext cx="18288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1F1F"/>
                </a:solidFill>
                <a:latin typeface="Red Hat Text"/>
              </a:rPr>
              <a:t>Open Tooling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40" y="2834640"/>
            <a:ext cx="4572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1F1F"/>
                </a:solidFill>
                <a:latin typeface="Red Hat Text"/>
              </a:rPr>
              <a:t>Training code, evaluation code, inference code, and tools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190240"/>
            <a:ext cx="8046720" cy="406400"/>
          </a:xfrm>
          <a:prstGeom prst="rect">
            <a:avLst/>
          </a:prstGeom>
          <a:solidFill>
            <a:srgbClr val="FCEAE9"/>
          </a:solidFill>
          <a:ln w="19050">
            <a:solidFill>
              <a:srgbClr val="E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5640" y="3266440"/>
            <a:ext cx="109728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E0000"/>
                </a:solidFill>
                <a:latin typeface="Red Hat Text"/>
              </a:rPr>
              <a:t>Class 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3266440"/>
            <a:ext cx="18288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E0000"/>
                </a:solidFill>
                <a:latin typeface="Red Hat Text"/>
              </a:rPr>
              <a:t>Open Science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40" y="3266440"/>
            <a:ext cx="4572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E0000"/>
                </a:solidFill>
                <a:latin typeface="Red Hat Text"/>
              </a:rPr>
              <a:t>Fully open: data, code, parameters, research, documentation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657600"/>
            <a:ext cx="50800" cy="54864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4360" y="3657600"/>
            <a:ext cx="804672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37033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1F1F"/>
                </a:solidFill>
                <a:latin typeface="Red Hat Text"/>
              </a:rPr>
              <a:t>This enables financial institutions to select models based on transparency, auditability, and compliance readiness — not just benchmark performance.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3500" cy="51435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36576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E0000"/>
                </a:solidFill>
                <a:latin typeface="Red Hat Text"/>
              </a:rPr>
              <a:t>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77724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51515"/>
                </a:solidFill>
                <a:latin typeface="Red Hat Display"/>
              </a:rPr>
              <a:t>The Financial AI Governance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73152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92929"/>
                </a:solidFill>
                <a:latin typeface="Red Hat Text"/>
              </a:rPr>
              <a:t>A layered architecture for safe deployment of AI-powered financial systems.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6858000" cy="73152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75080" y="1630680"/>
            <a:ext cx="65024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66CC"/>
                </a:solidFill>
                <a:latin typeface="Red Hat Mono"/>
              </a:rPr>
              <a:t>BUSINESS APPLICATIONS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75080" y="1808480"/>
            <a:ext cx="65024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51515"/>
                </a:solidFill>
                <a:latin typeface="Red Hat Display"/>
              </a:rPr>
              <a:t>Financial AI Use Cases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75080" y="2062480"/>
            <a:ext cx="650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1F1F"/>
                </a:solidFill>
                <a:latin typeface="Red Hat Text"/>
              </a:rPr>
              <a:t>Trading assistants  |  Risk analysis  |  Research agents  |  Advisory systems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2324100"/>
            <a:ext cx="6858000" cy="731520"/>
          </a:xfrm>
          <a:prstGeom prst="roundRect">
            <a:avLst/>
          </a:prstGeom>
          <a:solidFill>
            <a:srgbClr val="FCEAE9"/>
          </a:solidFill>
          <a:ln w="19050">
            <a:solidFill>
              <a:srgbClr val="E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5080" y="2400300"/>
            <a:ext cx="65024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EE0000"/>
                </a:solidFill>
                <a:latin typeface="Red Hat Mono"/>
              </a:rPr>
              <a:t>AGENT GOVERNANCE — AgentOps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75080" y="2578100"/>
            <a:ext cx="65024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51515"/>
                </a:solidFill>
                <a:latin typeface="Red Hat Display"/>
              </a:rPr>
              <a:t>Operational Controls for AI Agents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75080" y="2832100"/>
            <a:ext cx="650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1F1F"/>
                </a:solidFill>
                <a:latin typeface="Red Hat Text"/>
              </a:rPr>
              <a:t>Decision tracing  |  Tool monitoring  |  LLM-as-a-Judge  |  Human escalation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3093720"/>
            <a:ext cx="6858000" cy="73152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C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75080" y="3169920"/>
            <a:ext cx="65024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C65100"/>
                </a:solidFill>
                <a:latin typeface="Red Hat Mono"/>
              </a:rPr>
              <a:t>MODEL GOVERNANCE — FinLLM Benchmarking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75080" y="3347720"/>
            <a:ext cx="65024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51515"/>
                </a:solidFill>
                <a:latin typeface="Red Hat Display"/>
              </a:rPr>
              <a:t>Ensuring Models Are Safe to Deploy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75080" y="3601720"/>
            <a:ext cx="650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1F1F"/>
                </a:solidFill>
                <a:latin typeface="Red Hat Text"/>
              </a:rPr>
              <a:t>Financial benchmarks  |  Numerical reasoning  |  Hallucination testing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3863340"/>
            <a:ext cx="6858000" cy="73152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75080" y="3939540"/>
            <a:ext cx="650240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2E7D32"/>
                </a:solidFill>
                <a:latin typeface="Red Hat Mono"/>
              </a:rPr>
              <a:t>TRANSPARENCY &amp; COMPLIANCE — Model Openness Framework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75080" y="4117340"/>
            <a:ext cx="65024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51515"/>
                </a:solidFill>
                <a:latin typeface="Red Hat Display"/>
              </a:rPr>
              <a:t>Model Provenance and Auditability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75080" y="4371340"/>
            <a:ext cx="650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1F1F"/>
                </a:solidFill>
                <a:latin typeface="Red Hat Text"/>
              </a:rPr>
              <a:t>Training data transparency  |  Licensing clarity  |  Reproducibility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200" b="1">
                <a:solidFill>
                  <a:srgbClr val="FF6666"/>
                </a:solidFill>
                <a:latin typeface="Red Hat Display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137160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51515"/>
                </a:solidFill>
                <a:latin typeface="Red Hat Display"/>
              </a:rPr>
              <a:t>What This Means for Banks</a:t>
            </a:r>
          </a:p>
          <a:p>
            <a:pPr algn="l">
              <a:spcBef>
                <a:spcPts val="1200"/>
              </a:spcBef>
              <a:spcAft>
                <a:spcPts val="200"/>
              </a:spcAft>
            </a:pPr>
            <a:r>
              <a:rPr sz="1400" b="0">
                <a:solidFill>
                  <a:srgbClr val="292929"/>
                </a:solidFill>
                <a:latin typeface="Red Hat Text"/>
              </a:rPr>
              <a:t>Practical governance layers for financial AI deployment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3500" cy="51435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36576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E0000"/>
                </a:solidFill>
                <a:latin typeface="Red Hat Text"/>
              </a:rPr>
              <a:t>FOR FINANCIAL INSTITUTIONS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77724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51515"/>
                </a:solidFill>
                <a:latin typeface="Red Hat Display"/>
              </a:rPr>
              <a:t>Three governance layers for financial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73152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92929"/>
                </a:solidFill>
                <a:latin typeface="Red Hat Text"/>
              </a:rPr>
              <a:t>Banks deploying GenAI should implement three governance layers.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804672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6440" y="1823720"/>
            <a:ext cx="381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E0000"/>
                </a:solidFill>
                <a:latin typeface="Red Hat Display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3640" y="1747520"/>
            <a:ext cx="7157720" cy="619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51515"/>
                </a:solidFill>
                <a:latin typeface="Red Hat Display"/>
              </a:rPr>
              <a:t>Model Evaluation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1F1F1F"/>
                </a:solidFill>
                <a:latin typeface="Red Hat Text"/>
              </a:rPr>
              <a:t>Benchmark models against financial datasets. Can the model reason about financial statements? Does it hallucinate in regulatory documents?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570480"/>
            <a:ext cx="804672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6440" y="2748280"/>
            <a:ext cx="381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C65100"/>
                </a:solidFill>
                <a:latin typeface="Red Hat Display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3640" y="2672080"/>
            <a:ext cx="7157720" cy="619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51515"/>
                </a:solidFill>
                <a:latin typeface="Red Hat Display"/>
              </a:rPr>
              <a:t>Agent Monitoring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1F1F1F"/>
                </a:solidFill>
                <a:latin typeface="Red Hat Text"/>
              </a:rPr>
              <a:t>Track AI agents operating in production. Decision tracing, audit logs, escalation procedures, and runtime evaluation of agent behaviour.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95040"/>
            <a:ext cx="804672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6440" y="3672840"/>
            <a:ext cx="381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E7D32"/>
                </a:solidFill>
                <a:latin typeface="Red Hat Display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3640" y="3596640"/>
            <a:ext cx="7157720" cy="619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51515"/>
                </a:solidFill>
                <a:latin typeface="Red Hat Display"/>
              </a:rPr>
              <a:t>Model Transparency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0">
                <a:solidFill>
                  <a:srgbClr val="1F1F1F"/>
                </a:solidFill>
                <a:latin typeface="Red Hat Text"/>
              </a:rPr>
              <a:t>Deploy only models meeting transparency requirements. Training data provenance, licensing clarity, reproducibility, and regulatory auditability.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515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Red Hat Display"/>
              </a:rPr>
              <a:t>Financial AI should be treated like
regulated financial infrastructure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28800"/>
            <a:ext cx="1920240" cy="1280160"/>
          </a:xfrm>
          <a:prstGeom prst="roundRect">
            <a:avLst/>
          </a:prstGeom>
          <a:solidFill>
            <a:srgbClr val="252525"/>
          </a:solidFill>
          <a:ln w="1905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5320" y="2032000"/>
            <a:ext cx="1615440" cy="873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EE0000"/>
                </a:solidFill>
                <a:latin typeface="Red Hat Display"/>
              </a:rPr>
              <a:t>Benchmarked</a:t>
            </a:r>
          </a:p>
          <a:p>
            <a:pPr algn="ctr">
              <a:spcBef>
                <a:spcPts val="800"/>
              </a:spcBef>
              <a:spcAft>
                <a:spcPts val="200"/>
              </a:spcAft>
            </a:pPr>
            <a:r>
              <a:rPr sz="1100" b="0">
                <a:solidFill>
                  <a:srgbClr val="BBBBBB"/>
                </a:solidFill>
                <a:latin typeface="Red Hat Text"/>
              </a:rPr>
              <a:t>Against standardised financial tasks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1828800"/>
            <a:ext cx="1920240" cy="1280160"/>
          </a:xfrm>
          <a:prstGeom prst="roundRect">
            <a:avLst/>
          </a:prstGeom>
          <a:solidFill>
            <a:srgbClr val="252525"/>
          </a:solidFill>
          <a:ln w="1905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12720" y="2032000"/>
            <a:ext cx="1615440" cy="873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EE0000"/>
                </a:solidFill>
                <a:latin typeface="Red Hat Display"/>
              </a:rPr>
              <a:t>Monitored</a:t>
            </a:r>
          </a:p>
          <a:p>
            <a:pPr algn="ctr">
              <a:spcBef>
                <a:spcPts val="800"/>
              </a:spcBef>
              <a:spcAft>
                <a:spcPts val="200"/>
              </a:spcAft>
            </a:pPr>
            <a:r>
              <a:rPr sz="1100" b="0">
                <a:solidFill>
                  <a:srgbClr val="BBBBBB"/>
                </a:solidFill>
                <a:latin typeface="Red Hat Text"/>
              </a:rPr>
              <a:t>Through operational evaluation in production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17720" y="1828800"/>
            <a:ext cx="1920240" cy="1280160"/>
          </a:xfrm>
          <a:prstGeom prst="roundRect">
            <a:avLst/>
          </a:prstGeom>
          <a:solidFill>
            <a:srgbClr val="252525"/>
          </a:solidFill>
          <a:ln w="1905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70120" y="2032000"/>
            <a:ext cx="1615440" cy="873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EE0000"/>
                </a:solidFill>
                <a:latin typeface="Red Hat Display"/>
              </a:rPr>
              <a:t>Governed</a:t>
            </a:r>
          </a:p>
          <a:p>
            <a:pPr algn="ctr">
              <a:spcBef>
                <a:spcPts val="800"/>
              </a:spcBef>
              <a:spcAft>
                <a:spcPts val="200"/>
              </a:spcAft>
            </a:pPr>
            <a:r>
              <a:rPr sz="1100" b="0">
                <a:solidFill>
                  <a:srgbClr val="BBBBBB"/>
                </a:solidFill>
                <a:latin typeface="Red Hat Text"/>
              </a:rPr>
              <a:t>Through compliance and transparency frameworks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1828800"/>
            <a:ext cx="1920240" cy="1280160"/>
          </a:xfrm>
          <a:prstGeom prst="roundRect">
            <a:avLst/>
          </a:prstGeom>
          <a:solidFill>
            <a:srgbClr val="252525"/>
          </a:solidFill>
          <a:ln w="1905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27520" y="2032000"/>
            <a:ext cx="1615440" cy="873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EE0000"/>
                </a:solidFill>
                <a:latin typeface="Red Hat Display"/>
              </a:rPr>
              <a:t>Auditable</a:t>
            </a:r>
          </a:p>
          <a:p>
            <a:pPr algn="ctr">
              <a:spcBef>
                <a:spcPts val="800"/>
              </a:spcBef>
              <a:spcAft>
                <a:spcPts val="200"/>
              </a:spcAft>
            </a:pPr>
            <a:r>
              <a:rPr sz="1100" b="0">
                <a:solidFill>
                  <a:srgbClr val="BBBBBB"/>
                </a:solidFill>
                <a:latin typeface="Red Hat Text"/>
              </a:rPr>
              <a:t>With traceable model behaviour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4747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EE0000"/>
                </a:solidFill>
                <a:latin typeface="Red Hat Display"/>
              </a:rPr>
              <a:t>This is not consumer AI.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931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999999"/>
                </a:solidFill>
                <a:latin typeface="Red Hat Text"/>
              </a:rPr>
              <a:t>This is financial infrastructure.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Red Hat Display"/>
              </a:rP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0" y="2468880"/>
            <a:ext cx="1463040" cy="38100"/>
          </a:xfrm>
          <a:prstGeom prst="rect">
            <a:avLst/>
          </a:prstGeom>
          <a:solidFill>
            <a:srgbClr val="FF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Red Hat Text"/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Red Hat -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EE0000"/>
      </a:accent1>
      <a:accent2>
        <a:srgbClr val="CC0000"/>
      </a:accent2>
      <a:accent3>
        <a:srgbClr val="A30000"/>
      </a:accent3>
      <a:accent4>
        <a:srgbClr val="820000"/>
      </a:accent4>
      <a:accent5>
        <a:srgbClr val="BFBFBF"/>
      </a:accent5>
      <a:accent6>
        <a:srgbClr val="808080"/>
      </a:accent6>
      <a:hlink>
        <a:srgbClr val="EE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